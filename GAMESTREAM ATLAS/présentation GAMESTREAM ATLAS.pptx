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97" r:id="rId2"/>
    <p:sldId id="480" r:id="rId3"/>
    <p:sldId id="481" r:id="rId4"/>
    <p:sldId id="561" r:id="rId5"/>
    <p:sldId id="482" r:id="rId6"/>
    <p:sldId id="562" r:id="rId7"/>
    <p:sldId id="483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24" r:id="rId16"/>
    <p:sldId id="559" r:id="rId17"/>
  </p:sldIdLst>
  <p:sldSz cx="12188825" cy="6858000"/>
  <p:notesSz cx="6797675" cy="9872663"/>
  <p:defaultTextStyle>
    <a:defPPr>
      <a:defRPr lang="en-US"/>
    </a:defPPr>
    <a:lvl1pPr marL="0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039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078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117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156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195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234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273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8312" algn="l" defTabSz="117207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mille Picard" initials="CP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4237"/>
    <a:srgbClr val="66FF33"/>
    <a:srgbClr val="D6AE7E"/>
    <a:srgbClr val="8EA4B5"/>
    <a:srgbClr val="7F7F7F"/>
    <a:srgbClr val="FFFFFF"/>
    <a:srgbClr val="000000"/>
    <a:srgbClr val="F3534B"/>
    <a:srgbClr val="262626"/>
    <a:srgbClr val="10C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04" autoAdjust="0"/>
    <p:restoredTop sz="94660"/>
  </p:normalViewPr>
  <p:slideViewPr>
    <p:cSldViewPr>
      <p:cViewPr varScale="1">
        <p:scale>
          <a:sx n="76" d="100"/>
          <a:sy n="76" d="100"/>
        </p:scale>
        <p:origin x="114" y="546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-11592"/>
    </p:cViewPr>
  </p:sorterViewPr>
  <p:notesViewPr>
    <p:cSldViewPr>
      <p:cViewPr varScale="1">
        <p:scale>
          <a:sx n="54" d="100"/>
          <a:sy n="54" d="100"/>
        </p:scale>
        <p:origin x="279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D1F75-0F55-45A0-96DE-EB3E8F05177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2B76D4B-D779-438E-A2A6-C193FAFA0FBA}">
      <dgm:prSet phldrT="[Text]" custT="1"/>
      <dgm:spPr>
        <a:solidFill>
          <a:srgbClr val="8EA4B5"/>
        </a:solidFill>
        <a:ln>
          <a:noFill/>
        </a:ln>
      </dgm:spPr>
      <dgm:t>
        <a:bodyPr/>
        <a:lstStyle/>
        <a:p>
          <a:r>
            <a:rPr lang="fr-FR" sz="1800" dirty="0" smtClean="0">
              <a:latin typeface="Helvetica" charset="0"/>
              <a:ea typeface="Helvetica" charset="0"/>
              <a:cs typeface="Helvetica" charset="0"/>
            </a:rPr>
            <a:t>Planification de l’action</a:t>
          </a:r>
        </a:p>
      </dgm:t>
    </dgm:pt>
    <dgm:pt modelId="{A08BDE92-E7A8-4F41-B5A5-BB2F600308A8}" type="parTrans" cxnId="{D3696500-B14D-46F4-8CB8-60CE0D86D9A2}">
      <dgm:prSet/>
      <dgm:spPr/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21B289A2-A944-4FBD-BEA2-D870E44AC9B6}" type="sibTrans" cxnId="{D3696500-B14D-46F4-8CB8-60CE0D86D9A2}">
      <dgm:prSet custT="1"/>
      <dgm:spPr>
        <a:solidFill>
          <a:srgbClr val="8EA4B5">
            <a:alpha val="69020"/>
          </a:srgbClr>
        </a:solidFill>
      </dgm:spPr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C6F45A2C-4315-481A-925D-371EA0877B27}">
      <dgm:prSet phldrT="[Text]" custT="1"/>
      <dgm:spPr>
        <a:solidFill>
          <a:srgbClr val="8EA4B5"/>
        </a:solidFill>
        <a:ln>
          <a:noFill/>
        </a:ln>
      </dgm:spPr>
      <dgm:t>
        <a:bodyPr/>
        <a:lstStyle/>
        <a:p>
          <a:r>
            <a:rPr lang="fr-FR" sz="1800" dirty="0" smtClean="0">
              <a:latin typeface="Helvetica" charset="0"/>
              <a:cs typeface="Helvetica" charset="0"/>
            </a:rPr>
            <a:t>Test d'évaluation de niveau</a:t>
          </a:r>
          <a:endParaRPr lang="tr-TR" sz="1800" dirty="0">
            <a:latin typeface="Helvetica" charset="0"/>
            <a:ea typeface="Helvetica" charset="0"/>
            <a:cs typeface="Helvetica" charset="0"/>
          </a:endParaRPr>
        </a:p>
      </dgm:t>
    </dgm:pt>
    <dgm:pt modelId="{20188374-964C-46C8-B476-6E2FBF9A0EC8}" type="parTrans" cxnId="{AD30D954-27B1-4907-96D1-C2BDAF7B09A8}">
      <dgm:prSet/>
      <dgm:spPr/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8A3D62D5-E257-4521-846E-55F63F6D6C0D}" type="sibTrans" cxnId="{AD30D954-27B1-4907-96D1-C2BDAF7B09A8}">
      <dgm:prSet custT="1"/>
      <dgm:spPr>
        <a:solidFill>
          <a:srgbClr val="8EA4B5">
            <a:alpha val="69020"/>
          </a:srgbClr>
        </a:solidFill>
      </dgm:spPr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9ECC1F2A-1BAC-419E-A03A-6ABA0C4A9FC0}">
      <dgm:prSet phldrT="[Text]" custT="1"/>
      <dgm:spPr>
        <a:solidFill>
          <a:srgbClr val="8EA4B5"/>
        </a:solidFill>
        <a:ln>
          <a:noFill/>
        </a:ln>
      </dgm:spPr>
      <dgm:t>
        <a:bodyPr/>
        <a:lstStyle/>
        <a:p>
          <a:r>
            <a:rPr lang="fr-FR" sz="1800" dirty="0" smtClean="0">
              <a:latin typeface="Helvetica" charset="0"/>
              <a:cs typeface="Helvetica" charset="0"/>
            </a:rPr>
            <a:t>Réajustement du programme après le test d'évaluation</a:t>
          </a:r>
          <a:endParaRPr lang="tr-TR" sz="1800" dirty="0" smtClean="0">
            <a:latin typeface="Helvetica" charset="0"/>
            <a:ea typeface="Helvetica" charset="0"/>
            <a:cs typeface="Helvetica" charset="0"/>
          </a:endParaRPr>
        </a:p>
      </dgm:t>
    </dgm:pt>
    <dgm:pt modelId="{E8276290-D021-42B6-88DD-AED55B0DB8CE}" type="parTrans" cxnId="{EB93816B-1AA3-4FA6-9586-3275B182DC1E}">
      <dgm:prSet/>
      <dgm:spPr/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272F58F5-530C-4FF4-8DBB-4129989F2A58}" type="sibTrans" cxnId="{EB93816B-1AA3-4FA6-9586-3275B182DC1E}">
      <dgm:prSet/>
      <dgm:spPr/>
      <dgm:t>
        <a:bodyPr/>
        <a:lstStyle/>
        <a:p>
          <a:endParaRPr lang="tr-TR" sz="3700">
            <a:latin typeface="Novecento sans wide Book" pitchFamily="50" charset="-94"/>
          </a:endParaRPr>
        </a:p>
      </dgm:t>
    </dgm:pt>
    <dgm:pt modelId="{FB3AE5FB-4BE0-452F-9349-7F205E59B250}" type="pres">
      <dgm:prSet presAssocID="{5A9D1F75-0F55-45A0-96DE-EB3E8F05177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22C3AA6-0F81-4E9B-A747-750565785B0F}" type="pres">
      <dgm:prSet presAssocID="{B2B76D4B-D779-438E-A2A6-C193FAFA0FB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1DFD615-004E-40DC-911A-7B590FE6C2D2}" type="pres">
      <dgm:prSet presAssocID="{21B289A2-A944-4FBD-BEA2-D870E44AC9B6}" presName="sibTrans" presStyleLbl="sibTrans2D1" presStyleIdx="0" presStyleCnt="2"/>
      <dgm:spPr/>
      <dgm:t>
        <a:bodyPr/>
        <a:lstStyle/>
        <a:p>
          <a:endParaRPr lang="tr-TR"/>
        </a:p>
      </dgm:t>
    </dgm:pt>
    <dgm:pt modelId="{EFF584F3-2341-4C4B-8235-662CD7C87643}" type="pres">
      <dgm:prSet presAssocID="{21B289A2-A944-4FBD-BEA2-D870E44AC9B6}" presName="connectorText" presStyleLbl="sibTrans2D1" presStyleIdx="0" presStyleCnt="2"/>
      <dgm:spPr/>
      <dgm:t>
        <a:bodyPr/>
        <a:lstStyle/>
        <a:p>
          <a:endParaRPr lang="tr-TR"/>
        </a:p>
      </dgm:t>
    </dgm:pt>
    <dgm:pt modelId="{001E1B86-A44A-490B-A6E8-3B80E5DAAFB6}" type="pres">
      <dgm:prSet presAssocID="{C6F45A2C-4315-481A-925D-371EA0877B27}" presName="node" presStyleLbl="node1" presStyleIdx="1" presStyleCnt="3" custLinFactNeighborX="-1892" custLinFactNeighborY="138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F7A7095-758D-4DBE-B789-BA400D6879B2}" type="pres">
      <dgm:prSet presAssocID="{8A3D62D5-E257-4521-846E-55F63F6D6C0D}" presName="sibTrans" presStyleLbl="sibTrans2D1" presStyleIdx="1" presStyleCnt="2"/>
      <dgm:spPr/>
      <dgm:t>
        <a:bodyPr/>
        <a:lstStyle/>
        <a:p>
          <a:endParaRPr lang="tr-TR"/>
        </a:p>
      </dgm:t>
    </dgm:pt>
    <dgm:pt modelId="{2446F81D-FA71-4F1D-B2C6-6D86E868A3C3}" type="pres">
      <dgm:prSet presAssocID="{8A3D62D5-E257-4521-846E-55F63F6D6C0D}" presName="connectorText" presStyleLbl="sibTrans2D1" presStyleIdx="1" presStyleCnt="2"/>
      <dgm:spPr/>
      <dgm:t>
        <a:bodyPr/>
        <a:lstStyle/>
        <a:p>
          <a:endParaRPr lang="tr-TR"/>
        </a:p>
      </dgm:t>
    </dgm:pt>
    <dgm:pt modelId="{E9DD02B0-8AB1-4396-9CAA-9340BFB8F39C}" type="pres">
      <dgm:prSet presAssocID="{9ECC1F2A-1BAC-419E-A03A-6ABA0C4A9FC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3BACC661-30EF-4CDD-869C-36FD9B472B61}" type="presOf" srcId="{8A3D62D5-E257-4521-846E-55F63F6D6C0D}" destId="{5F7A7095-758D-4DBE-B789-BA400D6879B2}" srcOrd="0" destOrd="0" presId="urn:microsoft.com/office/officeart/2005/8/layout/process1"/>
    <dgm:cxn modelId="{AD30D954-27B1-4907-96D1-C2BDAF7B09A8}" srcId="{5A9D1F75-0F55-45A0-96DE-EB3E8F051779}" destId="{C6F45A2C-4315-481A-925D-371EA0877B27}" srcOrd="1" destOrd="0" parTransId="{20188374-964C-46C8-B476-6E2FBF9A0EC8}" sibTransId="{8A3D62D5-E257-4521-846E-55F63F6D6C0D}"/>
    <dgm:cxn modelId="{377F9ACD-9250-4418-82A2-4D0045D59665}" type="presOf" srcId="{21B289A2-A944-4FBD-BEA2-D870E44AC9B6}" destId="{F1DFD615-004E-40DC-911A-7B590FE6C2D2}" srcOrd="0" destOrd="0" presId="urn:microsoft.com/office/officeart/2005/8/layout/process1"/>
    <dgm:cxn modelId="{D99B62D4-30EC-405F-AEBF-820D99BEF26B}" type="presOf" srcId="{C6F45A2C-4315-481A-925D-371EA0877B27}" destId="{001E1B86-A44A-490B-A6E8-3B80E5DAAFB6}" srcOrd="0" destOrd="0" presId="urn:microsoft.com/office/officeart/2005/8/layout/process1"/>
    <dgm:cxn modelId="{E4154E42-05F1-4AF0-ACF4-D73C29B47C76}" type="presOf" srcId="{9ECC1F2A-1BAC-419E-A03A-6ABA0C4A9FC0}" destId="{E9DD02B0-8AB1-4396-9CAA-9340BFB8F39C}" srcOrd="0" destOrd="0" presId="urn:microsoft.com/office/officeart/2005/8/layout/process1"/>
    <dgm:cxn modelId="{EB93816B-1AA3-4FA6-9586-3275B182DC1E}" srcId="{5A9D1F75-0F55-45A0-96DE-EB3E8F051779}" destId="{9ECC1F2A-1BAC-419E-A03A-6ABA0C4A9FC0}" srcOrd="2" destOrd="0" parTransId="{E8276290-D021-42B6-88DD-AED55B0DB8CE}" sibTransId="{272F58F5-530C-4FF4-8DBB-4129989F2A58}"/>
    <dgm:cxn modelId="{784442C4-9D93-421E-8390-B51BD1133ADA}" type="presOf" srcId="{8A3D62D5-E257-4521-846E-55F63F6D6C0D}" destId="{2446F81D-FA71-4F1D-B2C6-6D86E868A3C3}" srcOrd="1" destOrd="0" presId="urn:microsoft.com/office/officeart/2005/8/layout/process1"/>
    <dgm:cxn modelId="{4EB7A6A1-F0B8-4280-BC04-3943AB793959}" type="presOf" srcId="{B2B76D4B-D779-438E-A2A6-C193FAFA0FBA}" destId="{D22C3AA6-0F81-4E9B-A747-750565785B0F}" srcOrd="0" destOrd="0" presId="urn:microsoft.com/office/officeart/2005/8/layout/process1"/>
    <dgm:cxn modelId="{CA0E7CA0-ADEC-40CF-9E1D-CCA89AAD41E1}" type="presOf" srcId="{21B289A2-A944-4FBD-BEA2-D870E44AC9B6}" destId="{EFF584F3-2341-4C4B-8235-662CD7C87643}" srcOrd="1" destOrd="0" presId="urn:microsoft.com/office/officeart/2005/8/layout/process1"/>
    <dgm:cxn modelId="{13BC5A2D-CB69-40D1-A090-99A7DC9723EC}" type="presOf" srcId="{5A9D1F75-0F55-45A0-96DE-EB3E8F051779}" destId="{FB3AE5FB-4BE0-452F-9349-7F205E59B250}" srcOrd="0" destOrd="0" presId="urn:microsoft.com/office/officeart/2005/8/layout/process1"/>
    <dgm:cxn modelId="{D3696500-B14D-46F4-8CB8-60CE0D86D9A2}" srcId="{5A9D1F75-0F55-45A0-96DE-EB3E8F051779}" destId="{B2B76D4B-D779-438E-A2A6-C193FAFA0FBA}" srcOrd="0" destOrd="0" parTransId="{A08BDE92-E7A8-4F41-B5A5-BB2F600308A8}" sibTransId="{21B289A2-A944-4FBD-BEA2-D870E44AC9B6}"/>
    <dgm:cxn modelId="{43314D42-3D86-4D2B-855D-9FD5F99A5736}" type="presParOf" srcId="{FB3AE5FB-4BE0-452F-9349-7F205E59B250}" destId="{D22C3AA6-0F81-4E9B-A747-750565785B0F}" srcOrd="0" destOrd="0" presId="urn:microsoft.com/office/officeart/2005/8/layout/process1"/>
    <dgm:cxn modelId="{1E59643D-AD69-4145-99B2-FBAEFD49BF35}" type="presParOf" srcId="{FB3AE5FB-4BE0-452F-9349-7F205E59B250}" destId="{F1DFD615-004E-40DC-911A-7B590FE6C2D2}" srcOrd="1" destOrd="0" presId="urn:microsoft.com/office/officeart/2005/8/layout/process1"/>
    <dgm:cxn modelId="{2F8641FC-411C-4A80-8628-F844DCC8853E}" type="presParOf" srcId="{F1DFD615-004E-40DC-911A-7B590FE6C2D2}" destId="{EFF584F3-2341-4C4B-8235-662CD7C87643}" srcOrd="0" destOrd="0" presId="urn:microsoft.com/office/officeart/2005/8/layout/process1"/>
    <dgm:cxn modelId="{41DE9FE9-1E54-4C35-8508-513C5F5BF014}" type="presParOf" srcId="{FB3AE5FB-4BE0-452F-9349-7F205E59B250}" destId="{001E1B86-A44A-490B-A6E8-3B80E5DAAFB6}" srcOrd="2" destOrd="0" presId="urn:microsoft.com/office/officeart/2005/8/layout/process1"/>
    <dgm:cxn modelId="{AEF62777-28EF-40AD-8F44-74A6130D2C8E}" type="presParOf" srcId="{FB3AE5FB-4BE0-452F-9349-7F205E59B250}" destId="{5F7A7095-758D-4DBE-B789-BA400D6879B2}" srcOrd="3" destOrd="0" presId="urn:microsoft.com/office/officeart/2005/8/layout/process1"/>
    <dgm:cxn modelId="{F22F591D-21EE-4277-ADE5-6E863085B969}" type="presParOf" srcId="{5F7A7095-758D-4DBE-B789-BA400D6879B2}" destId="{2446F81D-FA71-4F1D-B2C6-6D86E868A3C3}" srcOrd="0" destOrd="0" presId="urn:microsoft.com/office/officeart/2005/8/layout/process1"/>
    <dgm:cxn modelId="{7274EAB5-696F-4583-A9B5-29A5E39F43E6}" type="presParOf" srcId="{FB3AE5FB-4BE0-452F-9349-7F205E59B250}" destId="{E9DD02B0-8AB1-4396-9CAA-9340BFB8F39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B9FC37-A24B-4720-973C-6F18DB8F6307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</dgm:pt>
    <dgm:pt modelId="{5EC36E0F-1C6A-406D-A255-D931C3A3F8AE}">
      <dgm:prSet phldrT="[Text]" custT="1"/>
      <dgm:spPr>
        <a:solidFill>
          <a:srgbClr val="8EA4B5"/>
        </a:solidFill>
      </dgm:spPr>
      <dgm:t>
        <a:bodyPr/>
        <a:lstStyle/>
        <a:p>
          <a:pPr algn="ctr"/>
          <a:r>
            <a:rPr lang="it-IT" sz="1600" dirty="0" smtClean="0">
              <a:latin typeface="Helvetica" charset="0"/>
              <a:ea typeface="Helvetica" charset="0"/>
              <a:cs typeface="Helvetica" charset="0"/>
            </a:rPr>
            <a:t>Formateur</a:t>
          </a:r>
          <a:endParaRPr lang="en-US" sz="1600" dirty="0">
            <a:solidFill>
              <a:schemeClr val="bg1"/>
            </a:solidFill>
            <a:latin typeface="Helvetica" charset="0"/>
            <a:ea typeface="Helvetica" charset="0"/>
            <a:cs typeface="Helvetica" charset="0"/>
          </a:endParaRPr>
        </a:p>
      </dgm:t>
    </dgm:pt>
    <dgm:pt modelId="{829DDD21-F85D-4FE3-8E44-40757E1C4D60}" type="parTrans" cxnId="{AA7A8DB8-E770-4258-B3CE-77459477ED00}">
      <dgm:prSet/>
      <dgm:spPr/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F203D919-E276-4F07-9A1E-085813857802}" type="sibTrans" cxnId="{AA7A8DB8-E770-4258-B3CE-77459477ED00}">
      <dgm:prSet/>
      <dgm:spPr>
        <a:solidFill>
          <a:srgbClr val="8EA4B5">
            <a:alpha val="69020"/>
          </a:srgbClr>
        </a:solidFill>
      </dgm:spPr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BF3C1306-D980-464C-9A32-08C9FB2DCFF6}">
      <dgm:prSet phldrT="[Text]" custT="1"/>
      <dgm:spPr>
        <a:solidFill>
          <a:srgbClr val="8EA4B5"/>
        </a:solidFill>
      </dgm:spPr>
      <dgm:t>
        <a:bodyPr/>
        <a:lstStyle/>
        <a:p>
          <a:r>
            <a:rPr lang="it-IT" sz="1400" dirty="0" smtClean="0">
              <a:latin typeface="Helvetica" charset="0"/>
              <a:ea typeface="Helvetica" charset="0"/>
              <a:cs typeface="Helvetica" charset="0"/>
            </a:rPr>
            <a:t>Participants</a:t>
          </a:r>
        </a:p>
        <a:p>
          <a:r>
            <a:rPr lang="it-IT" sz="1400" dirty="0" smtClean="0">
              <a:latin typeface="Helvetica" charset="0"/>
              <a:ea typeface="Helvetica" charset="0"/>
              <a:cs typeface="Helvetica" charset="0"/>
            </a:rPr>
            <a:t>Responsable HSE</a:t>
          </a:r>
        </a:p>
        <a:p>
          <a:r>
            <a:rPr lang="it-IT" sz="1400" dirty="0" smtClean="0">
              <a:latin typeface="Helvetica" charset="0"/>
              <a:ea typeface="Helvetica" charset="0"/>
              <a:cs typeface="Helvetica" charset="0"/>
            </a:rPr>
            <a:t>Responsable Maintenance</a:t>
          </a:r>
        </a:p>
        <a:p>
          <a:r>
            <a:rPr lang="it-IT" sz="1400" dirty="0" smtClean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rPr>
            <a:t>DRH</a:t>
          </a:r>
          <a:endParaRPr lang="en-US" sz="1400" dirty="0">
            <a:solidFill>
              <a:schemeClr val="bg1"/>
            </a:solidFill>
            <a:latin typeface="Helvetica" charset="0"/>
            <a:ea typeface="Helvetica" charset="0"/>
            <a:cs typeface="Helvetica" charset="0"/>
          </a:endParaRPr>
        </a:p>
      </dgm:t>
    </dgm:pt>
    <dgm:pt modelId="{21631D23-274F-44DB-BB74-4A325C7D51D7}" type="parTrans" cxnId="{8A8A79B3-E5CA-4CB0-9BEE-7D17D18E9853}">
      <dgm:prSet/>
      <dgm:spPr/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5C9FA291-67C9-4E1B-9183-7D3AC0A1BE02}" type="sibTrans" cxnId="{8A8A79B3-E5CA-4CB0-9BEE-7D17D18E9853}">
      <dgm:prSet/>
      <dgm:spPr>
        <a:solidFill>
          <a:srgbClr val="8EA4B5">
            <a:alpha val="69020"/>
          </a:srgbClr>
        </a:solidFill>
      </dgm:spPr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77E052E3-2835-4526-B756-ACCF19118F8C}">
      <dgm:prSet phldrT="[Text]" custT="1"/>
      <dgm:spPr>
        <a:solidFill>
          <a:srgbClr val="8EA4B5"/>
        </a:solidFill>
      </dgm:spPr>
      <dgm:t>
        <a:bodyPr/>
        <a:lstStyle/>
        <a:p>
          <a:r>
            <a:rPr lang="it-IT" sz="1400" b="1" dirty="0" smtClean="0">
              <a:solidFill>
                <a:srgbClr val="FF0000"/>
              </a:solidFill>
              <a:latin typeface="Helvetica" charset="0"/>
              <a:ea typeface="Helvetica" charset="0"/>
              <a:cs typeface="Helvetica" charset="0"/>
            </a:rPr>
            <a:t>CONCLUSION POSITIVE DE L’ACTION</a:t>
          </a:r>
          <a:endParaRPr lang="en-US" sz="1400" b="1" dirty="0">
            <a:solidFill>
              <a:srgbClr val="FF0000"/>
            </a:solidFill>
            <a:latin typeface="Helvetica" charset="0"/>
            <a:ea typeface="Helvetica" charset="0"/>
            <a:cs typeface="Helvetica" charset="0"/>
          </a:endParaRPr>
        </a:p>
      </dgm:t>
    </dgm:pt>
    <dgm:pt modelId="{1F140DC7-E591-4193-8715-2D9091BED3DF}" type="parTrans" cxnId="{159E08EC-FF63-4EC3-86C9-61AF018A2F73}">
      <dgm:prSet/>
      <dgm:spPr/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14FEBF18-12EF-4264-A75A-37C78D4C8A86}" type="sibTrans" cxnId="{159E08EC-FF63-4EC3-86C9-61AF018A2F73}">
      <dgm:prSet/>
      <dgm:spPr/>
      <dgm:t>
        <a:bodyPr/>
        <a:lstStyle/>
        <a:p>
          <a:endParaRPr lang="en-US" sz="28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C0F40FFE-F7D5-4216-BA75-4940516DD36B}" type="pres">
      <dgm:prSet presAssocID="{D8B9FC37-A24B-4720-973C-6F18DB8F6307}" presName="linearFlow" presStyleCnt="0">
        <dgm:presLayoutVars>
          <dgm:dir/>
          <dgm:resizeHandles val="exact"/>
        </dgm:presLayoutVars>
      </dgm:prSet>
      <dgm:spPr/>
    </dgm:pt>
    <dgm:pt modelId="{C735400C-9C93-44F3-A702-B25E14B47CCB}" type="pres">
      <dgm:prSet presAssocID="{5EC36E0F-1C6A-406D-A255-D931C3A3F8AE}" presName="node" presStyleLbl="node1" presStyleIdx="0" presStyleCnt="3" custScaleX="160420" custScaleY="160420" custLinFactX="-5448" custLinFactNeighborX="-100000" custLinFactNeighborY="15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E0036-CA14-4226-8D09-D3C8ECB2ECCA}" type="pres">
      <dgm:prSet presAssocID="{F203D919-E276-4F07-9A1E-085813857802}" presName="spacerL" presStyleCnt="0"/>
      <dgm:spPr/>
    </dgm:pt>
    <dgm:pt modelId="{C0CDCCEA-6437-49DD-8BAE-6D9F7A7AAA2F}" type="pres">
      <dgm:prSet presAssocID="{F203D919-E276-4F07-9A1E-085813857802}" presName="sibTrans" presStyleLbl="sibTrans2D1" presStyleIdx="0" presStyleCnt="2"/>
      <dgm:spPr/>
      <dgm:t>
        <a:bodyPr/>
        <a:lstStyle/>
        <a:p>
          <a:endParaRPr lang="en-US"/>
        </a:p>
      </dgm:t>
    </dgm:pt>
    <dgm:pt modelId="{8D900ABF-7FD9-484D-AC62-76930D566F40}" type="pres">
      <dgm:prSet presAssocID="{F203D919-E276-4F07-9A1E-085813857802}" presName="spacerR" presStyleCnt="0"/>
      <dgm:spPr/>
    </dgm:pt>
    <dgm:pt modelId="{9809B762-9735-4090-BDFC-A62CD8D61582}" type="pres">
      <dgm:prSet presAssocID="{BF3C1306-D980-464C-9A32-08C9FB2DCFF6}" presName="node" presStyleLbl="node1" presStyleIdx="1" presStyleCnt="3" custScaleX="166022" custScaleY="1660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79165D-22A3-4C3C-90B8-557F74BF54F4}" type="pres">
      <dgm:prSet presAssocID="{5C9FA291-67C9-4E1B-9183-7D3AC0A1BE02}" presName="spacerL" presStyleCnt="0"/>
      <dgm:spPr/>
    </dgm:pt>
    <dgm:pt modelId="{86C26521-4E4D-4ABE-9738-C16710808FDC}" type="pres">
      <dgm:prSet presAssocID="{5C9FA291-67C9-4E1B-9183-7D3AC0A1BE02}" presName="sibTrans" presStyleLbl="sibTrans2D1" presStyleIdx="1" presStyleCnt="2"/>
      <dgm:spPr/>
      <dgm:t>
        <a:bodyPr/>
        <a:lstStyle/>
        <a:p>
          <a:endParaRPr lang="en-US"/>
        </a:p>
      </dgm:t>
    </dgm:pt>
    <dgm:pt modelId="{22D4E2D0-0C1E-4CBD-9D29-1AA1FE8A3B03}" type="pres">
      <dgm:prSet presAssocID="{5C9FA291-67C9-4E1B-9183-7D3AC0A1BE02}" presName="spacerR" presStyleCnt="0"/>
      <dgm:spPr/>
    </dgm:pt>
    <dgm:pt modelId="{95D7A97B-C28D-412F-BB0A-2E7AD2C37FA2}" type="pres">
      <dgm:prSet presAssocID="{77E052E3-2835-4526-B756-ACCF19118F8C}" presName="node" presStyleLbl="node1" presStyleIdx="2" presStyleCnt="3" custScaleX="143443" custScaleY="1434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914A93-985C-4CEC-BA6B-233499A9F25A}" type="presOf" srcId="{5EC36E0F-1C6A-406D-A255-D931C3A3F8AE}" destId="{C735400C-9C93-44F3-A702-B25E14B47CCB}" srcOrd="0" destOrd="0" presId="urn:microsoft.com/office/officeart/2005/8/layout/equation1"/>
    <dgm:cxn modelId="{AA7A8DB8-E770-4258-B3CE-77459477ED00}" srcId="{D8B9FC37-A24B-4720-973C-6F18DB8F6307}" destId="{5EC36E0F-1C6A-406D-A255-D931C3A3F8AE}" srcOrd="0" destOrd="0" parTransId="{829DDD21-F85D-4FE3-8E44-40757E1C4D60}" sibTransId="{F203D919-E276-4F07-9A1E-085813857802}"/>
    <dgm:cxn modelId="{8A8A79B3-E5CA-4CB0-9BEE-7D17D18E9853}" srcId="{D8B9FC37-A24B-4720-973C-6F18DB8F6307}" destId="{BF3C1306-D980-464C-9A32-08C9FB2DCFF6}" srcOrd="1" destOrd="0" parTransId="{21631D23-274F-44DB-BB74-4A325C7D51D7}" sibTransId="{5C9FA291-67C9-4E1B-9183-7D3AC0A1BE02}"/>
    <dgm:cxn modelId="{5FF04881-60E2-4B04-93C3-1BD3F67FDB48}" type="presOf" srcId="{D8B9FC37-A24B-4720-973C-6F18DB8F6307}" destId="{C0F40FFE-F7D5-4216-BA75-4940516DD36B}" srcOrd="0" destOrd="0" presId="urn:microsoft.com/office/officeart/2005/8/layout/equation1"/>
    <dgm:cxn modelId="{159E08EC-FF63-4EC3-86C9-61AF018A2F73}" srcId="{D8B9FC37-A24B-4720-973C-6F18DB8F6307}" destId="{77E052E3-2835-4526-B756-ACCF19118F8C}" srcOrd="2" destOrd="0" parTransId="{1F140DC7-E591-4193-8715-2D9091BED3DF}" sibTransId="{14FEBF18-12EF-4264-A75A-37C78D4C8A86}"/>
    <dgm:cxn modelId="{9AA6C0D3-9770-472A-BDD7-A0A61994CC5C}" type="presOf" srcId="{F203D919-E276-4F07-9A1E-085813857802}" destId="{C0CDCCEA-6437-49DD-8BAE-6D9F7A7AAA2F}" srcOrd="0" destOrd="0" presId="urn:microsoft.com/office/officeart/2005/8/layout/equation1"/>
    <dgm:cxn modelId="{84CD9C34-80AE-4035-91AB-CD840B715F4B}" type="presOf" srcId="{77E052E3-2835-4526-B756-ACCF19118F8C}" destId="{95D7A97B-C28D-412F-BB0A-2E7AD2C37FA2}" srcOrd="0" destOrd="0" presId="urn:microsoft.com/office/officeart/2005/8/layout/equation1"/>
    <dgm:cxn modelId="{94CA6B72-0B33-447E-A956-F69D834D7399}" type="presOf" srcId="{5C9FA291-67C9-4E1B-9183-7D3AC0A1BE02}" destId="{86C26521-4E4D-4ABE-9738-C16710808FDC}" srcOrd="0" destOrd="0" presId="urn:microsoft.com/office/officeart/2005/8/layout/equation1"/>
    <dgm:cxn modelId="{D4FF6B0A-DE8B-4138-844C-703D07EBE390}" type="presOf" srcId="{BF3C1306-D980-464C-9A32-08C9FB2DCFF6}" destId="{9809B762-9735-4090-BDFC-A62CD8D61582}" srcOrd="0" destOrd="0" presId="urn:microsoft.com/office/officeart/2005/8/layout/equation1"/>
    <dgm:cxn modelId="{4F2CFD59-D3D3-4735-A265-3439D6CE90C0}" type="presParOf" srcId="{C0F40FFE-F7D5-4216-BA75-4940516DD36B}" destId="{C735400C-9C93-44F3-A702-B25E14B47CCB}" srcOrd="0" destOrd="0" presId="urn:microsoft.com/office/officeart/2005/8/layout/equation1"/>
    <dgm:cxn modelId="{09CDCE72-195D-4E19-A2C0-377D896BA896}" type="presParOf" srcId="{C0F40FFE-F7D5-4216-BA75-4940516DD36B}" destId="{78FE0036-CA14-4226-8D09-D3C8ECB2ECCA}" srcOrd="1" destOrd="0" presId="urn:microsoft.com/office/officeart/2005/8/layout/equation1"/>
    <dgm:cxn modelId="{3137226A-0D62-4DFB-8DEE-D4EA04D18DE1}" type="presParOf" srcId="{C0F40FFE-F7D5-4216-BA75-4940516DD36B}" destId="{C0CDCCEA-6437-49DD-8BAE-6D9F7A7AAA2F}" srcOrd="2" destOrd="0" presId="urn:microsoft.com/office/officeart/2005/8/layout/equation1"/>
    <dgm:cxn modelId="{145EA1FC-F045-43CF-80A0-4F16E77AE0CD}" type="presParOf" srcId="{C0F40FFE-F7D5-4216-BA75-4940516DD36B}" destId="{8D900ABF-7FD9-484D-AC62-76930D566F40}" srcOrd="3" destOrd="0" presId="urn:microsoft.com/office/officeart/2005/8/layout/equation1"/>
    <dgm:cxn modelId="{C4055B8A-82BB-481B-8081-67767CC37274}" type="presParOf" srcId="{C0F40FFE-F7D5-4216-BA75-4940516DD36B}" destId="{9809B762-9735-4090-BDFC-A62CD8D61582}" srcOrd="4" destOrd="0" presId="urn:microsoft.com/office/officeart/2005/8/layout/equation1"/>
    <dgm:cxn modelId="{E29E1A45-0BDC-4D0B-A11A-193D67507598}" type="presParOf" srcId="{C0F40FFE-F7D5-4216-BA75-4940516DD36B}" destId="{A179165D-22A3-4C3C-90B8-557F74BF54F4}" srcOrd="5" destOrd="0" presId="urn:microsoft.com/office/officeart/2005/8/layout/equation1"/>
    <dgm:cxn modelId="{BEEBC930-3B4A-449D-9C19-EC12B51CF5E3}" type="presParOf" srcId="{C0F40FFE-F7D5-4216-BA75-4940516DD36B}" destId="{86C26521-4E4D-4ABE-9738-C16710808FDC}" srcOrd="6" destOrd="0" presId="urn:microsoft.com/office/officeart/2005/8/layout/equation1"/>
    <dgm:cxn modelId="{B467EDBE-3945-4878-B5D5-4A9A3F04F739}" type="presParOf" srcId="{C0F40FFE-F7D5-4216-BA75-4940516DD36B}" destId="{22D4E2D0-0C1E-4CBD-9D29-1AA1FE8A3B03}" srcOrd="7" destOrd="0" presId="urn:microsoft.com/office/officeart/2005/8/layout/equation1"/>
    <dgm:cxn modelId="{E27C2DD0-609B-4769-93AE-DC23573A7700}" type="presParOf" srcId="{C0F40FFE-F7D5-4216-BA75-4940516DD36B}" destId="{95D7A97B-C28D-412F-BB0A-2E7AD2C37FA2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C3AA6-0F81-4E9B-A747-750565785B0F}">
      <dsp:nvSpPr>
        <dsp:cNvPr id="0" name=""/>
        <dsp:cNvSpPr/>
      </dsp:nvSpPr>
      <dsp:spPr>
        <a:xfrm>
          <a:off x="7671" y="1522099"/>
          <a:ext cx="2292914" cy="1375748"/>
        </a:xfrm>
        <a:prstGeom prst="roundRect">
          <a:avLst>
            <a:gd name="adj" fmla="val 10000"/>
          </a:avLst>
        </a:prstGeom>
        <a:solidFill>
          <a:srgbClr val="8EA4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Helvetica" charset="0"/>
              <a:ea typeface="Helvetica" charset="0"/>
              <a:cs typeface="Helvetica" charset="0"/>
            </a:rPr>
            <a:t>Planification de l’action</a:t>
          </a:r>
        </a:p>
      </dsp:txBody>
      <dsp:txXfrm>
        <a:off x="47965" y="1562393"/>
        <a:ext cx="2212326" cy="1295160"/>
      </dsp:txXfrm>
    </dsp:sp>
    <dsp:sp modelId="{F1DFD615-004E-40DC-911A-7B590FE6C2D2}">
      <dsp:nvSpPr>
        <dsp:cNvPr id="0" name=""/>
        <dsp:cNvSpPr/>
      </dsp:nvSpPr>
      <dsp:spPr>
        <a:xfrm rot="2044">
          <a:off x="2525538" y="1926609"/>
          <a:ext cx="476900" cy="568642"/>
        </a:xfrm>
        <a:prstGeom prst="rightArrow">
          <a:avLst>
            <a:gd name="adj1" fmla="val 60000"/>
            <a:gd name="adj2" fmla="val 50000"/>
          </a:avLst>
        </a:prstGeom>
        <a:solidFill>
          <a:srgbClr val="8EA4B5">
            <a:alpha val="6902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3700" kern="1200">
            <a:latin typeface="Novecento sans wide Book" pitchFamily="50" charset="-94"/>
          </a:endParaRPr>
        </a:p>
      </dsp:txBody>
      <dsp:txXfrm>
        <a:off x="2525538" y="2040294"/>
        <a:ext cx="333830" cy="341186"/>
      </dsp:txXfrm>
    </dsp:sp>
    <dsp:sp modelId="{001E1B86-A44A-490B-A6E8-3B80E5DAAFB6}">
      <dsp:nvSpPr>
        <dsp:cNvPr id="0" name=""/>
        <dsp:cNvSpPr/>
      </dsp:nvSpPr>
      <dsp:spPr>
        <a:xfrm>
          <a:off x="3200398" y="1523998"/>
          <a:ext cx="2292914" cy="1375748"/>
        </a:xfrm>
        <a:prstGeom prst="roundRect">
          <a:avLst>
            <a:gd name="adj" fmla="val 10000"/>
          </a:avLst>
        </a:prstGeom>
        <a:solidFill>
          <a:srgbClr val="8EA4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Helvetica" charset="0"/>
              <a:cs typeface="Helvetica" charset="0"/>
            </a:rPr>
            <a:t>Test d'évaluation de niveau</a:t>
          </a:r>
          <a:endParaRPr lang="tr-TR" sz="1800" kern="1200" dirty="0">
            <a:latin typeface="Helvetica" charset="0"/>
            <a:ea typeface="Helvetica" charset="0"/>
            <a:cs typeface="Helvetica" charset="0"/>
          </a:endParaRPr>
        </a:p>
      </dsp:txBody>
      <dsp:txXfrm>
        <a:off x="3240692" y="1564292"/>
        <a:ext cx="2212326" cy="1295160"/>
      </dsp:txXfrm>
    </dsp:sp>
    <dsp:sp modelId="{5F7A7095-758D-4DBE-B789-BA400D6879B2}">
      <dsp:nvSpPr>
        <dsp:cNvPr id="0" name=""/>
        <dsp:cNvSpPr/>
      </dsp:nvSpPr>
      <dsp:spPr>
        <a:xfrm rot="21597978">
          <a:off x="5726942" y="1926593"/>
          <a:ext cx="495294" cy="568642"/>
        </a:xfrm>
        <a:prstGeom prst="rightArrow">
          <a:avLst>
            <a:gd name="adj1" fmla="val 60000"/>
            <a:gd name="adj2" fmla="val 50000"/>
          </a:avLst>
        </a:prstGeom>
        <a:solidFill>
          <a:srgbClr val="8EA4B5">
            <a:alpha val="6902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3700" kern="1200">
            <a:latin typeface="Novecento sans wide Book" pitchFamily="50" charset="-94"/>
          </a:endParaRPr>
        </a:p>
      </dsp:txBody>
      <dsp:txXfrm>
        <a:off x="5726942" y="2040365"/>
        <a:ext cx="346706" cy="341186"/>
      </dsp:txXfrm>
    </dsp:sp>
    <dsp:sp modelId="{E9DD02B0-8AB1-4396-9CAA-9340BFB8F39C}">
      <dsp:nvSpPr>
        <dsp:cNvPr id="0" name=""/>
        <dsp:cNvSpPr/>
      </dsp:nvSpPr>
      <dsp:spPr>
        <a:xfrm>
          <a:off x="6427831" y="1522099"/>
          <a:ext cx="2292914" cy="1375748"/>
        </a:xfrm>
        <a:prstGeom prst="roundRect">
          <a:avLst>
            <a:gd name="adj" fmla="val 10000"/>
          </a:avLst>
        </a:prstGeom>
        <a:solidFill>
          <a:srgbClr val="8EA4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Helvetica" charset="0"/>
              <a:cs typeface="Helvetica" charset="0"/>
            </a:rPr>
            <a:t>Réajustement du programme après le test d'évaluation</a:t>
          </a:r>
          <a:endParaRPr lang="tr-TR" sz="1800" kern="1200" dirty="0" smtClean="0">
            <a:latin typeface="Helvetica" charset="0"/>
            <a:ea typeface="Helvetica" charset="0"/>
            <a:cs typeface="Helvetica" charset="0"/>
          </a:endParaRPr>
        </a:p>
      </dsp:txBody>
      <dsp:txXfrm>
        <a:off x="6468125" y="1562393"/>
        <a:ext cx="2212326" cy="1295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5400C-9C93-44F3-A702-B25E14B47CCB}">
      <dsp:nvSpPr>
        <dsp:cNvPr id="0" name=""/>
        <dsp:cNvSpPr/>
      </dsp:nvSpPr>
      <dsp:spPr>
        <a:xfrm>
          <a:off x="0" y="1650392"/>
          <a:ext cx="2074440" cy="2074440"/>
        </a:xfrm>
        <a:prstGeom prst="ellipse">
          <a:avLst/>
        </a:prstGeom>
        <a:solidFill>
          <a:srgbClr val="8EA4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 smtClean="0">
              <a:latin typeface="Helvetica" charset="0"/>
              <a:ea typeface="Helvetica" charset="0"/>
              <a:cs typeface="Helvetica" charset="0"/>
            </a:rPr>
            <a:t>Formateur</a:t>
          </a:r>
          <a:endParaRPr lang="en-US" sz="1600" kern="1200" dirty="0">
            <a:solidFill>
              <a:schemeClr val="bg1"/>
            </a:solidFill>
            <a:latin typeface="Helvetica" charset="0"/>
            <a:ea typeface="Helvetica" charset="0"/>
            <a:cs typeface="Helvetica" charset="0"/>
          </a:endParaRPr>
        </a:p>
      </dsp:txBody>
      <dsp:txXfrm>
        <a:off x="303795" y="1954187"/>
        <a:ext cx="1466850" cy="1466850"/>
      </dsp:txXfrm>
    </dsp:sp>
    <dsp:sp modelId="{C0CDCCEA-6437-49DD-8BAE-6D9F7A7AAA2F}">
      <dsp:nvSpPr>
        <dsp:cNvPr id="0" name=""/>
        <dsp:cNvSpPr/>
      </dsp:nvSpPr>
      <dsp:spPr>
        <a:xfrm>
          <a:off x="2181809" y="2291992"/>
          <a:ext cx="750015" cy="750015"/>
        </a:xfrm>
        <a:prstGeom prst="mathPlus">
          <a:avLst/>
        </a:prstGeom>
        <a:solidFill>
          <a:srgbClr val="8EA4B5">
            <a:alpha val="6902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2281223" y="2578798"/>
        <a:ext cx="551187" cy="176403"/>
      </dsp:txXfrm>
    </dsp:sp>
    <dsp:sp modelId="{9809B762-9735-4090-BDFC-A62CD8D61582}">
      <dsp:nvSpPr>
        <dsp:cNvPr id="0" name=""/>
        <dsp:cNvSpPr/>
      </dsp:nvSpPr>
      <dsp:spPr>
        <a:xfrm>
          <a:off x="3036827" y="1593559"/>
          <a:ext cx="2146881" cy="2146881"/>
        </a:xfrm>
        <a:prstGeom prst="ellipse">
          <a:avLst/>
        </a:prstGeom>
        <a:solidFill>
          <a:srgbClr val="8EA4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400" kern="1200" dirty="0" smtClean="0">
              <a:latin typeface="Helvetica" charset="0"/>
              <a:ea typeface="Helvetica" charset="0"/>
              <a:cs typeface="Helvetica" charset="0"/>
            </a:rPr>
            <a:t>Participants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400" kern="1200" dirty="0" smtClean="0">
              <a:latin typeface="Helvetica" charset="0"/>
              <a:ea typeface="Helvetica" charset="0"/>
              <a:cs typeface="Helvetica" charset="0"/>
            </a:rPr>
            <a:t>Responsable HSE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400" kern="1200" dirty="0" smtClean="0">
              <a:latin typeface="Helvetica" charset="0"/>
              <a:ea typeface="Helvetica" charset="0"/>
              <a:cs typeface="Helvetica" charset="0"/>
            </a:rPr>
            <a:t>Responsable Maintenance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400" kern="1200" dirty="0" smtClean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rPr>
            <a:t>DRH</a:t>
          </a:r>
          <a:endParaRPr lang="en-US" sz="1400" kern="1200" dirty="0">
            <a:solidFill>
              <a:schemeClr val="bg1"/>
            </a:solidFill>
            <a:latin typeface="Helvetica" charset="0"/>
            <a:ea typeface="Helvetica" charset="0"/>
            <a:cs typeface="Helvetica" charset="0"/>
          </a:endParaRPr>
        </a:p>
      </dsp:txBody>
      <dsp:txXfrm>
        <a:off x="3351230" y="1907962"/>
        <a:ext cx="1518075" cy="1518075"/>
      </dsp:txXfrm>
    </dsp:sp>
    <dsp:sp modelId="{86C26521-4E4D-4ABE-9738-C16710808FDC}">
      <dsp:nvSpPr>
        <dsp:cNvPr id="0" name=""/>
        <dsp:cNvSpPr/>
      </dsp:nvSpPr>
      <dsp:spPr>
        <a:xfrm>
          <a:off x="5288710" y="2291992"/>
          <a:ext cx="750015" cy="750015"/>
        </a:xfrm>
        <a:prstGeom prst="mathEqual">
          <a:avLst/>
        </a:prstGeom>
        <a:solidFill>
          <a:srgbClr val="8EA4B5">
            <a:alpha val="6902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400" kern="1200">
            <a:solidFill>
              <a:schemeClr val="tx1">
                <a:lumMod val="65000"/>
                <a:lumOff val="35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5388124" y="2446495"/>
        <a:ext cx="551187" cy="441009"/>
      </dsp:txXfrm>
    </dsp:sp>
    <dsp:sp modelId="{95D7A97B-C28D-412F-BB0A-2E7AD2C37FA2}">
      <dsp:nvSpPr>
        <dsp:cNvPr id="0" name=""/>
        <dsp:cNvSpPr/>
      </dsp:nvSpPr>
      <dsp:spPr>
        <a:xfrm>
          <a:off x="6143728" y="1739547"/>
          <a:ext cx="1854905" cy="1854905"/>
        </a:xfrm>
        <a:prstGeom prst="ellipse">
          <a:avLst/>
        </a:prstGeom>
        <a:solidFill>
          <a:srgbClr val="8EA4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400" b="1" kern="1200" dirty="0" smtClean="0">
              <a:solidFill>
                <a:srgbClr val="FF0000"/>
              </a:solidFill>
              <a:latin typeface="Helvetica" charset="0"/>
              <a:ea typeface="Helvetica" charset="0"/>
              <a:cs typeface="Helvetica" charset="0"/>
            </a:rPr>
            <a:t>CONCLUSION POSITIVE DE L’ACTION</a:t>
          </a:r>
          <a:endParaRPr lang="en-US" sz="1400" b="1" kern="1200" dirty="0">
            <a:solidFill>
              <a:srgbClr val="FF0000"/>
            </a:solidFill>
            <a:latin typeface="Helvetica" charset="0"/>
            <a:ea typeface="Helvetica" charset="0"/>
            <a:cs typeface="Helvetica" charset="0"/>
          </a:endParaRPr>
        </a:p>
      </dsp:txBody>
      <dsp:txXfrm>
        <a:off x="6415373" y="2011192"/>
        <a:ext cx="1311615" cy="1311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29819-DC5F-44EC-A14F-4C1BA9509BBE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D0B5F-F2CC-410D-9433-080C8DF6AD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1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883F9-4640-41C8-B497-3743391C387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40B8F-0301-44DC-B7A5-8493ED8604D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1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DA432-7CF7-4A2F-BE93-45834DC6981A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6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00"/>
          <p:cNvSpPr/>
          <p:nvPr userDrawn="1"/>
        </p:nvSpPr>
        <p:spPr>
          <a:xfrm>
            <a:off x="1903129" y="2496638"/>
            <a:ext cx="310504" cy="48093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8" name="Shape 697"/>
          <p:cNvSpPr/>
          <p:nvPr userDrawn="1"/>
        </p:nvSpPr>
        <p:spPr>
          <a:xfrm>
            <a:off x="1906864" y="4423583"/>
            <a:ext cx="306769" cy="48093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9" name="Shape 698"/>
          <p:cNvSpPr/>
          <p:nvPr userDrawn="1"/>
        </p:nvSpPr>
        <p:spPr>
          <a:xfrm>
            <a:off x="6950754" y="2496638"/>
            <a:ext cx="310504" cy="48093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30" name="Shape 699"/>
          <p:cNvSpPr/>
          <p:nvPr userDrawn="1"/>
        </p:nvSpPr>
        <p:spPr>
          <a:xfrm>
            <a:off x="6954487" y="4425170"/>
            <a:ext cx="306769" cy="48093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86" name="Picture Placeholder 2"/>
          <p:cNvSpPr>
            <a:spLocks noGrp="1"/>
          </p:cNvSpPr>
          <p:nvPr>
            <p:ph type="pic" sz="quarter" idx="36"/>
          </p:nvPr>
        </p:nvSpPr>
        <p:spPr>
          <a:xfrm>
            <a:off x="6303202" y="2362200"/>
            <a:ext cx="853218" cy="850392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87" name="Picture Placeholder 2"/>
          <p:cNvSpPr>
            <a:spLocks noGrp="1"/>
          </p:cNvSpPr>
          <p:nvPr>
            <p:ph type="pic" sz="quarter" idx="37"/>
          </p:nvPr>
        </p:nvSpPr>
        <p:spPr>
          <a:xfrm>
            <a:off x="6300715" y="4290732"/>
            <a:ext cx="853218" cy="850392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64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1248303" y="2362200"/>
            <a:ext cx="853218" cy="850392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245815" y="4289145"/>
            <a:ext cx="853218" cy="850392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1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 hasCustomPrompt="1"/>
          </p:nvPr>
        </p:nvSpPr>
        <p:spPr>
          <a:xfrm>
            <a:off x="2458089" y="5220655"/>
            <a:ext cx="160020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err="1" smtClean="0"/>
              <a:t>Mr.</a:t>
            </a:r>
            <a:r>
              <a:rPr lang="en-GB" dirty="0" smtClean="0"/>
              <a:t> </a:t>
            </a:r>
            <a:r>
              <a:rPr lang="en-GB" dirty="0" err="1" smtClean="0"/>
              <a:t>Agem</a:t>
            </a:r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2473491" y="4356328"/>
            <a:ext cx="3561590" cy="6858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“ Body text here or </a:t>
            </a:r>
            <a:r>
              <a:rPr lang="en-US" dirty="0" err="1" smtClean="0"/>
              <a:t>pokok</a:t>
            </a:r>
            <a:r>
              <a:rPr lang="en-US" dirty="0" smtClean="0"/>
              <a:t> </a:t>
            </a:r>
            <a:r>
              <a:rPr lang="en-US" dirty="0" err="1" smtClean="0"/>
              <a:t>jih</a:t>
            </a:r>
            <a:r>
              <a:rPr lang="en-US" dirty="0" smtClean="0"/>
              <a:t> </a:t>
            </a:r>
            <a:r>
              <a:rPr lang="en-US" dirty="0" err="1" smtClean="0"/>
              <a:t>lon</a:t>
            </a:r>
            <a:r>
              <a:rPr lang="en-US" dirty="0" smtClean="0"/>
              <a:t> </a:t>
            </a:r>
            <a:r>
              <a:rPr lang="en-US" dirty="0" err="1" smtClean="0"/>
              <a:t>puas</a:t>
            </a:r>
            <a:r>
              <a:rPr lang="en-US" dirty="0" smtClean="0"/>
              <a:t> kali </a:t>
            </a:r>
            <a:r>
              <a:rPr lang="en-US" dirty="0" err="1" smtClean="0"/>
              <a:t>nyoe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tamah</a:t>
            </a:r>
            <a:r>
              <a:rPr lang="en-US" dirty="0" smtClean="0"/>
              <a:t> </a:t>
            </a:r>
            <a:r>
              <a:rPr lang="en-US" dirty="0" err="1" smtClean="0"/>
              <a:t>ata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memet</a:t>
            </a:r>
            <a:r>
              <a:rPr lang="en-US" dirty="0" smtClean="0"/>
              <a:t> </a:t>
            </a:r>
            <a:r>
              <a:rPr lang="en-US" dirty="0" err="1" smtClean="0"/>
              <a:t>bacut</a:t>
            </a:r>
            <a:r>
              <a:rPr lang="en-US" dirty="0" smtClean="0"/>
              <a:t> </a:t>
            </a:r>
            <a:r>
              <a:rPr lang="en-US" dirty="0" err="1" smtClean="0"/>
              <a:t>nyang</a:t>
            </a:r>
            <a:r>
              <a:rPr lang="en-US" dirty="0" smtClean="0"/>
              <a:t> </a:t>
            </a:r>
            <a:r>
              <a:rPr lang="en-US" dirty="0" err="1" smtClean="0"/>
              <a:t>peunting</a:t>
            </a:r>
            <a:r>
              <a:rPr lang="en-US" dirty="0" smtClean="0"/>
              <a:t> </a:t>
            </a:r>
            <a:r>
              <a:rPr lang="en-US" dirty="0" err="1" smtClean="0"/>
              <a:t>olah</a:t>
            </a:r>
            <a:r>
              <a:rPr lang="en-US" dirty="0" smtClean="0"/>
              <a:t> </a:t>
            </a:r>
            <a:r>
              <a:rPr lang="en-US" dirty="0" err="1" smtClean="0"/>
              <a:t>consectetur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 ”</a:t>
            </a: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458086" y="5488325"/>
            <a:ext cx="158367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Sales Promotion</a:t>
            </a:r>
          </a:p>
        </p:txBody>
      </p:sp>
      <p:sp>
        <p:nvSpPr>
          <p:cNvPr id="61" name="Content Placeholder 20"/>
          <p:cNvSpPr>
            <a:spLocks noGrp="1"/>
          </p:cNvSpPr>
          <p:nvPr>
            <p:ph sz="quarter" idx="26" hasCustomPrompt="1"/>
          </p:nvPr>
        </p:nvSpPr>
        <p:spPr>
          <a:xfrm>
            <a:off x="2473495" y="3300414"/>
            <a:ext cx="160020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err="1" smtClean="0"/>
              <a:t>Mr.</a:t>
            </a:r>
            <a:r>
              <a:rPr lang="en-GB" dirty="0" smtClean="0"/>
              <a:t> </a:t>
            </a:r>
            <a:r>
              <a:rPr lang="en-GB" dirty="0" err="1" smtClean="0"/>
              <a:t>Agem</a:t>
            </a:r>
            <a:endParaRPr lang="en-GB" dirty="0" smtClean="0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2473491" y="2436088"/>
            <a:ext cx="3561590" cy="6858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“ Body text here or </a:t>
            </a:r>
            <a:r>
              <a:rPr lang="en-US" dirty="0" err="1" smtClean="0"/>
              <a:t>pokok</a:t>
            </a:r>
            <a:r>
              <a:rPr lang="en-US" dirty="0" smtClean="0"/>
              <a:t> </a:t>
            </a:r>
            <a:r>
              <a:rPr lang="en-US" dirty="0" err="1" smtClean="0"/>
              <a:t>jih</a:t>
            </a:r>
            <a:r>
              <a:rPr lang="en-US" dirty="0" smtClean="0"/>
              <a:t> </a:t>
            </a:r>
            <a:r>
              <a:rPr lang="en-US" dirty="0" err="1" smtClean="0"/>
              <a:t>lon</a:t>
            </a:r>
            <a:r>
              <a:rPr lang="en-US" dirty="0" smtClean="0"/>
              <a:t> </a:t>
            </a:r>
            <a:r>
              <a:rPr lang="en-US" dirty="0" err="1" smtClean="0"/>
              <a:t>puas</a:t>
            </a:r>
            <a:r>
              <a:rPr lang="en-US" dirty="0" smtClean="0"/>
              <a:t> kali </a:t>
            </a:r>
            <a:r>
              <a:rPr lang="en-US" dirty="0" err="1" smtClean="0"/>
              <a:t>nyoe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tamah</a:t>
            </a:r>
            <a:r>
              <a:rPr lang="en-US" dirty="0" smtClean="0"/>
              <a:t> </a:t>
            </a:r>
            <a:r>
              <a:rPr lang="en-US" dirty="0" err="1" smtClean="0"/>
              <a:t>ata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memet</a:t>
            </a:r>
            <a:r>
              <a:rPr lang="en-US" dirty="0" smtClean="0"/>
              <a:t> </a:t>
            </a:r>
            <a:r>
              <a:rPr lang="en-US" dirty="0" err="1" smtClean="0"/>
              <a:t>bacut</a:t>
            </a:r>
            <a:r>
              <a:rPr lang="en-US" dirty="0" smtClean="0"/>
              <a:t> </a:t>
            </a:r>
            <a:r>
              <a:rPr lang="en-US" dirty="0" err="1" smtClean="0"/>
              <a:t>nyang</a:t>
            </a:r>
            <a:r>
              <a:rPr lang="en-US" dirty="0" smtClean="0"/>
              <a:t> </a:t>
            </a:r>
            <a:r>
              <a:rPr lang="en-US" dirty="0" err="1" smtClean="0"/>
              <a:t>peunting</a:t>
            </a:r>
            <a:r>
              <a:rPr lang="en-US" dirty="0" smtClean="0"/>
              <a:t> </a:t>
            </a:r>
            <a:r>
              <a:rPr lang="en-US" dirty="0" err="1" smtClean="0"/>
              <a:t>olah</a:t>
            </a:r>
            <a:r>
              <a:rPr lang="en-US" dirty="0" smtClean="0"/>
              <a:t> </a:t>
            </a:r>
            <a:r>
              <a:rPr lang="en-US" dirty="0" err="1" smtClean="0"/>
              <a:t>consectetur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 ”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2473492" y="3568085"/>
            <a:ext cx="158367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Sales Promotion</a:t>
            </a:r>
          </a:p>
        </p:txBody>
      </p:sp>
      <p:sp>
        <p:nvSpPr>
          <p:cNvPr id="65" name="Content Placeholder 20"/>
          <p:cNvSpPr>
            <a:spLocks noGrp="1"/>
          </p:cNvSpPr>
          <p:nvPr>
            <p:ph sz="quarter" idx="30" hasCustomPrompt="1"/>
          </p:nvPr>
        </p:nvSpPr>
        <p:spPr>
          <a:xfrm>
            <a:off x="7497583" y="5220655"/>
            <a:ext cx="160020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err="1" smtClean="0"/>
              <a:t>Mr.</a:t>
            </a:r>
            <a:r>
              <a:rPr lang="en-GB" dirty="0" smtClean="0"/>
              <a:t> </a:t>
            </a:r>
            <a:r>
              <a:rPr lang="en-GB" dirty="0" err="1" smtClean="0"/>
              <a:t>Agem</a:t>
            </a:r>
            <a:endParaRPr lang="en-GB" dirty="0" smtClean="0"/>
          </a:p>
        </p:txBody>
      </p:sp>
      <p:sp>
        <p:nvSpPr>
          <p:cNvPr id="66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7512985" y="4356328"/>
            <a:ext cx="3561590" cy="6858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“ Body text here or </a:t>
            </a:r>
            <a:r>
              <a:rPr lang="en-US" dirty="0" err="1" smtClean="0"/>
              <a:t>pokok</a:t>
            </a:r>
            <a:r>
              <a:rPr lang="en-US" dirty="0" smtClean="0"/>
              <a:t> </a:t>
            </a:r>
            <a:r>
              <a:rPr lang="en-US" dirty="0" err="1" smtClean="0"/>
              <a:t>jih</a:t>
            </a:r>
            <a:r>
              <a:rPr lang="en-US" dirty="0" smtClean="0"/>
              <a:t> </a:t>
            </a:r>
            <a:r>
              <a:rPr lang="en-US" dirty="0" err="1" smtClean="0"/>
              <a:t>lon</a:t>
            </a:r>
            <a:r>
              <a:rPr lang="en-US" dirty="0" smtClean="0"/>
              <a:t> </a:t>
            </a:r>
            <a:r>
              <a:rPr lang="en-US" dirty="0" err="1" smtClean="0"/>
              <a:t>puas</a:t>
            </a:r>
            <a:r>
              <a:rPr lang="en-US" dirty="0" smtClean="0"/>
              <a:t> kali </a:t>
            </a:r>
            <a:r>
              <a:rPr lang="en-US" dirty="0" err="1" smtClean="0"/>
              <a:t>nyoe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tamah</a:t>
            </a:r>
            <a:r>
              <a:rPr lang="en-US" dirty="0" smtClean="0"/>
              <a:t> </a:t>
            </a:r>
            <a:r>
              <a:rPr lang="en-US" dirty="0" err="1" smtClean="0"/>
              <a:t>ata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memet</a:t>
            </a:r>
            <a:r>
              <a:rPr lang="en-US" dirty="0" smtClean="0"/>
              <a:t> </a:t>
            </a:r>
            <a:r>
              <a:rPr lang="en-US" dirty="0" err="1" smtClean="0"/>
              <a:t>bacut</a:t>
            </a:r>
            <a:r>
              <a:rPr lang="en-US" dirty="0" smtClean="0"/>
              <a:t> </a:t>
            </a:r>
            <a:r>
              <a:rPr lang="en-US" dirty="0" err="1" smtClean="0"/>
              <a:t>nyang</a:t>
            </a:r>
            <a:r>
              <a:rPr lang="en-US" dirty="0" smtClean="0"/>
              <a:t> </a:t>
            </a:r>
            <a:r>
              <a:rPr lang="en-US" dirty="0" err="1" smtClean="0"/>
              <a:t>peunting</a:t>
            </a:r>
            <a:r>
              <a:rPr lang="en-US" dirty="0" smtClean="0"/>
              <a:t> </a:t>
            </a:r>
            <a:r>
              <a:rPr lang="en-US" dirty="0" err="1" smtClean="0"/>
              <a:t>olah</a:t>
            </a:r>
            <a:r>
              <a:rPr lang="en-US" dirty="0" smtClean="0"/>
              <a:t> </a:t>
            </a:r>
            <a:r>
              <a:rPr lang="en-US" dirty="0" err="1" smtClean="0"/>
              <a:t>consectetur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 ”</a:t>
            </a: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7497580" y="5488325"/>
            <a:ext cx="158367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Sales Promotion</a:t>
            </a:r>
          </a:p>
        </p:txBody>
      </p:sp>
      <p:sp>
        <p:nvSpPr>
          <p:cNvPr id="68" name="Content Placeholder 20"/>
          <p:cNvSpPr>
            <a:spLocks noGrp="1"/>
          </p:cNvSpPr>
          <p:nvPr>
            <p:ph sz="quarter" idx="33" hasCustomPrompt="1"/>
          </p:nvPr>
        </p:nvSpPr>
        <p:spPr>
          <a:xfrm>
            <a:off x="7512989" y="3300414"/>
            <a:ext cx="160020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err="1" smtClean="0"/>
              <a:t>Mr.</a:t>
            </a:r>
            <a:r>
              <a:rPr lang="en-GB" dirty="0" smtClean="0"/>
              <a:t> </a:t>
            </a:r>
            <a:r>
              <a:rPr lang="en-GB" dirty="0" err="1" smtClean="0"/>
              <a:t>Agem</a:t>
            </a:r>
            <a:endParaRPr lang="en-GB" dirty="0" smtClean="0"/>
          </a:p>
        </p:txBody>
      </p:sp>
      <p:sp>
        <p:nvSpPr>
          <p:cNvPr id="69" name="Text Placeholder 17"/>
          <p:cNvSpPr>
            <a:spLocks noGrp="1"/>
          </p:cNvSpPr>
          <p:nvPr>
            <p:ph type="body" sz="quarter" idx="34" hasCustomPrompt="1"/>
          </p:nvPr>
        </p:nvSpPr>
        <p:spPr>
          <a:xfrm>
            <a:off x="7512985" y="2436088"/>
            <a:ext cx="3561590" cy="6858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“ Body text here or </a:t>
            </a:r>
            <a:r>
              <a:rPr lang="en-US" dirty="0" err="1" smtClean="0"/>
              <a:t>pokok</a:t>
            </a:r>
            <a:r>
              <a:rPr lang="en-US" dirty="0" smtClean="0"/>
              <a:t> </a:t>
            </a:r>
            <a:r>
              <a:rPr lang="en-US" dirty="0" err="1" smtClean="0"/>
              <a:t>jih</a:t>
            </a:r>
            <a:r>
              <a:rPr lang="en-US" dirty="0" smtClean="0"/>
              <a:t> </a:t>
            </a:r>
            <a:r>
              <a:rPr lang="en-US" dirty="0" err="1" smtClean="0"/>
              <a:t>lon</a:t>
            </a:r>
            <a:r>
              <a:rPr lang="en-US" dirty="0" smtClean="0"/>
              <a:t> </a:t>
            </a:r>
            <a:r>
              <a:rPr lang="en-US" dirty="0" err="1" smtClean="0"/>
              <a:t>puas</a:t>
            </a:r>
            <a:r>
              <a:rPr lang="en-US" dirty="0" smtClean="0"/>
              <a:t> kali </a:t>
            </a:r>
            <a:r>
              <a:rPr lang="en-US" dirty="0" err="1" smtClean="0"/>
              <a:t>nyoe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tamah</a:t>
            </a:r>
            <a:r>
              <a:rPr lang="en-US" dirty="0" smtClean="0"/>
              <a:t> </a:t>
            </a:r>
            <a:r>
              <a:rPr lang="en-US" dirty="0" err="1" smtClean="0"/>
              <a:t>ata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memet</a:t>
            </a:r>
            <a:r>
              <a:rPr lang="en-US" dirty="0" smtClean="0"/>
              <a:t> </a:t>
            </a:r>
            <a:r>
              <a:rPr lang="en-US" dirty="0" err="1" smtClean="0"/>
              <a:t>bacut</a:t>
            </a:r>
            <a:r>
              <a:rPr lang="en-US" dirty="0" smtClean="0"/>
              <a:t> </a:t>
            </a:r>
            <a:r>
              <a:rPr lang="en-US" dirty="0" err="1" smtClean="0"/>
              <a:t>nyang</a:t>
            </a:r>
            <a:r>
              <a:rPr lang="en-US" dirty="0" smtClean="0"/>
              <a:t> </a:t>
            </a:r>
            <a:r>
              <a:rPr lang="en-US" dirty="0" err="1" smtClean="0"/>
              <a:t>peunting</a:t>
            </a:r>
            <a:r>
              <a:rPr lang="en-US" dirty="0" smtClean="0"/>
              <a:t> </a:t>
            </a:r>
            <a:r>
              <a:rPr lang="en-US" dirty="0" err="1" smtClean="0"/>
              <a:t>olah</a:t>
            </a:r>
            <a:r>
              <a:rPr lang="en-US" dirty="0" smtClean="0"/>
              <a:t> </a:t>
            </a:r>
            <a:r>
              <a:rPr lang="en-US" dirty="0" err="1" smtClean="0"/>
              <a:t>consectetur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 ”</a:t>
            </a:r>
          </a:p>
        </p:txBody>
      </p:sp>
      <p:sp>
        <p:nvSpPr>
          <p:cNvPr id="82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7512986" y="3568085"/>
            <a:ext cx="158367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Sales Promotion</a:t>
            </a:r>
          </a:p>
        </p:txBody>
      </p:sp>
    </p:spTree>
    <p:extLst>
      <p:ext uri="{BB962C8B-B14F-4D97-AF65-F5344CB8AC3E}">
        <p14:creationId xmlns:p14="http://schemas.microsoft.com/office/powerpoint/2010/main" val="1053989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8" grpId="0" animBg="1"/>
      <p:bldP spid="29" grpId="0" animBg="1"/>
      <p:bldP spid="30" grpId="0" animBg="1"/>
      <p:bldP spid="86" grpId="0"/>
      <p:bldP spid="87" grpId="0"/>
      <p:bldP spid="64" grpId="0"/>
      <p:bldP spid="26" grpId="0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265612" y="0"/>
            <a:ext cx="3657600" cy="464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343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8270424" y="4343400"/>
            <a:ext cx="731330" cy="658368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1518140" y="4343400"/>
            <a:ext cx="731330" cy="65836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894729" y="4343400"/>
            <a:ext cx="731330" cy="65836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866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574904" y="2734658"/>
            <a:ext cx="2787730" cy="3513742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6087637" y="2861878"/>
            <a:ext cx="297180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087638" y="3292883"/>
            <a:ext cx="5188378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46581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4343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9574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0" y="0"/>
            <a:ext cx="12188825" cy="6858000"/>
            <a:chOff x="4144963" y="2209800"/>
            <a:chExt cx="3902076" cy="2438401"/>
          </a:xfrm>
        </p:grpSpPr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4144963" y="2209800"/>
              <a:ext cx="3902075" cy="2438400"/>
            </a:xfrm>
            <a:prstGeom prst="rect">
              <a:avLst/>
            </a:prstGeom>
            <a:solidFill>
              <a:srgbClr val="112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4643438" y="2209800"/>
              <a:ext cx="817563" cy="90488"/>
            </a:xfrm>
            <a:custGeom>
              <a:avLst/>
              <a:gdLst>
                <a:gd name="T0" fmla="*/ 3606 w 3606"/>
                <a:gd name="T1" fmla="*/ 0 h 401"/>
                <a:gd name="T2" fmla="*/ 1705 w 3606"/>
                <a:gd name="T3" fmla="*/ 401 h 401"/>
                <a:gd name="T4" fmla="*/ 0 w 3606"/>
                <a:gd name="T5" fmla="*/ 0 h 401"/>
                <a:gd name="T6" fmla="*/ 3606 w 3606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6" h="401">
                  <a:moveTo>
                    <a:pt x="3606" y="0"/>
                  </a:moveTo>
                  <a:lnTo>
                    <a:pt x="1705" y="401"/>
                  </a:lnTo>
                  <a:lnTo>
                    <a:pt x="0" y="0"/>
                  </a:lnTo>
                  <a:lnTo>
                    <a:pt x="3606" y="0"/>
                  </a:lnTo>
                  <a:close/>
                </a:path>
              </a:pathLst>
            </a:custGeom>
            <a:solidFill>
              <a:srgbClr val="9EBE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4168776" y="2209800"/>
              <a:ext cx="860425" cy="330200"/>
            </a:xfrm>
            <a:custGeom>
              <a:avLst/>
              <a:gdLst>
                <a:gd name="T0" fmla="*/ 0 w 3798"/>
                <a:gd name="T1" fmla="*/ 0 h 1455"/>
                <a:gd name="T2" fmla="*/ 1152 w 3798"/>
                <a:gd name="T3" fmla="*/ 1455 h 1455"/>
                <a:gd name="T4" fmla="*/ 3798 w 3798"/>
                <a:gd name="T5" fmla="*/ 401 h 1455"/>
                <a:gd name="T6" fmla="*/ 2093 w 3798"/>
                <a:gd name="T7" fmla="*/ 0 h 1455"/>
                <a:gd name="T8" fmla="*/ 0 w 3798"/>
                <a:gd name="T9" fmla="*/ 0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8" h="1455">
                  <a:moveTo>
                    <a:pt x="0" y="0"/>
                  </a:moveTo>
                  <a:lnTo>
                    <a:pt x="1152" y="1455"/>
                  </a:lnTo>
                  <a:lnTo>
                    <a:pt x="3798" y="401"/>
                  </a:lnTo>
                  <a:lnTo>
                    <a:pt x="20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BE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4178301" y="2222500"/>
              <a:ext cx="850900" cy="188913"/>
            </a:xfrm>
            <a:custGeom>
              <a:avLst/>
              <a:gdLst>
                <a:gd name="T0" fmla="*/ 3756 w 3756"/>
                <a:gd name="T1" fmla="*/ 348 h 835"/>
                <a:gd name="T2" fmla="*/ 0 w 3756"/>
                <a:gd name="T3" fmla="*/ 0 h 835"/>
                <a:gd name="T4" fmla="*/ 2534 w 3756"/>
                <a:gd name="T5" fmla="*/ 835 h 835"/>
                <a:gd name="T6" fmla="*/ 3756 w 3756"/>
                <a:gd name="T7" fmla="*/ 348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56" h="835">
                  <a:moveTo>
                    <a:pt x="3756" y="348"/>
                  </a:moveTo>
                  <a:lnTo>
                    <a:pt x="0" y="0"/>
                  </a:lnTo>
                  <a:lnTo>
                    <a:pt x="2534" y="835"/>
                  </a:lnTo>
                  <a:lnTo>
                    <a:pt x="3756" y="348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44963" y="2209800"/>
              <a:ext cx="284163" cy="1014413"/>
            </a:xfrm>
            <a:custGeom>
              <a:avLst/>
              <a:gdLst>
                <a:gd name="T0" fmla="*/ 1254 w 1254"/>
                <a:gd name="T1" fmla="*/ 1455 h 4472"/>
                <a:gd name="T2" fmla="*/ 0 w 1254"/>
                <a:gd name="T3" fmla="*/ 4472 h 4472"/>
                <a:gd name="T4" fmla="*/ 0 w 1254"/>
                <a:gd name="T5" fmla="*/ 0 h 4472"/>
                <a:gd name="T6" fmla="*/ 102 w 1254"/>
                <a:gd name="T7" fmla="*/ 0 h 4472"/>
                <a:gd name="T8" fmla="*/ 1254 w 1254"/>
                <a:gd name="T9" fmla="*/ 1455 h 4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4" h="4472">
                  <a:moveTo>
                    <a:pt x="1254" y="1455"/>
                  </a:moveTo>
                  <a:lnTo>
                    <a:pt x="0" y="4472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254" y="1455"/>
                  </a:lnTo>
                  <a:close/>
                </a:path>
              </a:pathLst>
            </a:custGeom>
            <a:solidFill>
              <a:srgbClr val="2D68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4144963" y="2222500"/>
              <a:ext cx="284163" cy="1001713"/>
            </a:xfrm>
            <a:custGeom>
              <a:avLst/>
              <a:gdLst>
                <a:gd name="T0" fmla="*/ 1254 w 1254"/>
                <a:gd name="T1" fmla="*/ 1402 h 4419"/>
                <a:gd name="T2" fmla="*/ 0 w 1254"/>
                <a:gd name="T3" fmla="*/ 4419 h 4419"/>
                <a:gd name="T4" fmla="*/ 0 w 1254"/>
                <a:gd name="T5" fmla="*/ 1478 h 4419"/>
                <a:gd name="T6" fmla="*/ 144 w 1254"/>
                <a:gd name="T7" fmla="*/ 0 h 4419"/>
                <a:gd name="T8" fmla="*/ 1254 w 1254"/>
                <a:gd name="T9" fmla="*/ 1402 h 4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4" h="4419">
                  <a:moveTo>
                    <a:pt x="1254" y="1402"/>
                  </a:moveTo>
                  <a:lnTo>
                    <a:pt x="0" y="4419"/>
                  </a:lnTo>
                  <a:lnTo>
                    <a:pt x="0" y="1478"/>
                  </a:lnTo>
                  <a:lnTo>
                    <a:pt x="144" y="0"/>
                  </a:lnTo>
                  <a:lnTo>
                    <a:pt x="1254" y="1402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4144963" y="2540000"/>
              <a:ext cx="511175" cy="850900"/>
            </a:xfrm>
            <a:custGeom>
              <a:avLst/>
              <a:gdLst>
                <a:gd name="T0" fmla="*/ 0 w 2254"/>
                <a:gd name="T1" fmla="*/ 3755 h 3755"/>
                <a:gd name="T2" fmla="*/ 2254 w 2254"/>
                <a:gd name="T3" fmla="*/ 2764 h 3755"/>
                <a:gd name="T4" fmla="*/ 1254 w 2254"/>
                <a:gd name="T5" fmla="*/ 0 h 3755"/>
                <a:gd name="T6" fmla="*/ 0 w 2254"/>
                <a:gd name="T7" fmla="*/ 3017 h 3755"/>
                <a:gd name="T8" fmla="*/ 0 w 2254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4" h="3755">
                  <a:moveTo>
                    <a:pt x="0" y="3755"/>
                  </a:moveTo>
                  <a:lnTo>
                    <a:pt x="2254" y="2764"/>
                  </a:lnTo>
                  <a:lnTo>
                    <a:pt x="1254" y="0"/>
                  </a:lnTo>
                  <a:lnTo>
                    <a:pt x="0" y="3017"/>
                  </a:lnTo>
                  <a:lnTo>
                    <a:pt x="0" y="3755"/>
                  </a:lnTo>
                  <a:close/>
                </a:path>
              </a:pathLst>
            </a:custGeom>
            <a:solidFill>
              <a:srgbClr val="275B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4429126" y="2540000"/>
              <a:ext cx="698500" cy="627063"/>
            </a:xfrm>
            <a:custGeom>
              <a:avLst/>
              <a:gdLst>
                <a:gd name="T0" fmla="*/ 1000 w 3077"/>
                <a:gd name="T1" fmla="*/ 2764 h 2764"/>
                <a:gd name="T2" fmla="*/ 3077 w 3077"/>
                <a:gd name="T3" fmla="*/ 2538 h 2764"/>
                <a:gd name="T4" fmla="*/ 0 w 3077"/>
                <a:gd name="T5" fmla="*/ 0 h 2764"/>
                <a:gd name="T6" fmla="*/ 1000 w 3077"/>
                <a:gd name="T7" fmla="*/ 2764 h 2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77" h="2764">
                  <a:moveTo>
                    <a:pt x="1000" y="2764"/>
                  </a:moveTo>
                  <a:lnTo>
                    <a:pt x="3077" y="2538"/>
                  </a:lnTo>
                  <a:lnTo>
                    <a:pt x="0" y="0"/>
                  </a:lnTo>
                  <a:lnTo>
                    <a:pt x="1000" y="2764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4656138" y="2874963"/>
              <a:ext cx="471488" cy="292100"/>
            </a:xfrm>
            <a:custGeom>
              <a:avLst/>
              <a:gdLst>
                <a:gd name="T0" fmla="*/ 793 w 2077"/>
                <a:gd name="T1" fmla="*/ 0 h 1286"/>
                <a:gd name="T2" fmla="*/ 0 w 2077"/>
                <a:gd name="T3" fmla="*/ 1286 h 1286"/>
                <a:gd name="T4" fmla="*/ 2077 w 2077"/>
                <a:gd name="T5" fmla="*/ 1060 h 1286"/>
                <a:gd name="T6" fmla="*/ 793 w 2077"/>
                <a:gd name="T7" fmla="*/ 0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7" h="1286">
                  <a:moveTo>
                    <a:pt x="793" y="0"/>
                  </a:moveTo>
                  <a:lnTo>
                    <a:pt x="0" y="1286"/>
                  </a:lnTo>
                  <a:lnTo>
                    <a:pt x="2077" y="1060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4752976" y="2411413"/>
              <a:ext cx="457200" cy="463550"/>
            </a:xfrm>
            <a:custGeom>
              <a:avLst/>
              <a:gdLst>
                <a:gd name="T0" fmla="*/ 0 w 2018"/>
                <a:gd name="T1" fmla="*/ 0 h 2045"/>
                <a:gd name="T2" fmla="*/ 369 w 2018"/>
                <a:gd name="T3" fmla="*/ 2045 h 2045"/>
                <a:gd name="T4" fmla="*/ 2018 w 2018"/>
                <a:gd name="T5" fmla="*/ 1438 h 2045"/>
                <a:gd name="T6" fmla="*/ 0 w 2018"/>
                <a:gd name="T7" fmla="*/ 0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18" h="2045">
                  <a:moveTo>
                    <a:pt x="0" y="0"/>
                  </a:moveTo>
                  <a:lnTo>
                    <a:pt x="369" y="2045"/>
                  </a:lnTo>
                  <a:lnTo>
                    <a:pt x="2018" y="1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835526" y="2736850"/>
              <a:ext cx="374650" cy="377825"/>
            </a:xfrm>
            <a:custGeom>
              <a:avLst/>
              <a:gdLst>
                <a:gd name="T0" fmla="*/ 1284 w 1649"/>
                <a:gd name="T1" fmla="*/ 1667 h 1667"/>
                <a:gd name="T2" fmla="*/ 1649 w 1649"/>
                <a:gd name="T3" fmla="*/ 0 h 1667"/>
                <a:gd name="T4" fmla="*/ 0 w 1649"/>
                <a:gd name="T5" fmla="*/ 607 h 1667"/>
                <a:gd name="T6" fmla="*/ 1284 w 1649"/>
                <a:gd name="T7" fmla="*/ 1667 h 1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49" h="1667">
                  <a:moveTo>
                    <a:pt x="1284" y="1667"/>
                  </a:moveTo>
                  <a:lnTo>
                    <a:pt x="1649" y="0"/>
                  </a:lnTo>
                  <a:lnTo>
                    <a:pt x="0" y="607"/>
                  </a:lnTo>
                  <a:lnTo>
                    <a:pt x="1284" y="1667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5029201" y="2300288"/>
              <a:ext cx="517525" cy="436563"/>
            </a:xfrm>
            <a:custGeom>
              <a:avLst/>
              <a:gdLst>
                <a:gd name="T0" fmla="*/ 796 w 2280"/>
                <a:gd name="T1" fmla="*/ 1925 h 1925"/>
                <a:gd name="T2" fmla="*/ 2280 w 2280"/>
                <a:gd name="T3" fmla="*/ 1484 h 1925"/>
                <a:gd name="T4" fmla="*/ 0 w 2280"/>
                <a:gd name="T5" fmla="*/ 0 h 1925"/>
                <a:gd name="T6" fmla="*/ 796 w 2280"/>
                <a:gd name="T7" fmla="*/ 1925 h 1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80" h="1925">
                  <a:moveTo>
                    <a:pt x="796" y="1925"/>
                  </a:moveTo>
                  <a:lnTo>
                    <a:pt x="2280" y="1484"/>
                  </a:lnTo>
                  <a:lnTo>
                    <a:pt x="0" y="0"/>
                  </a:lnTo>
                  <a:lnTo>
                    <a:pt x="796" y="1925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210176" y="2636838"/>
              <a:ext cx="414338" cy="558800"/>
            </a:xfrm>
            <a:custGeom>
              <a:avLst/>
              <a:gdLst>
                <a:gd name="T0" fmla="*/ 0 w 1829"/>
                <a:gd name="T1" fmla="*/ 441 h 2463"/>
                <a:gd name="T2" fmla="*/ 1829 w 1829"/>
                <a:gd name="T3" fmla="*/ 2463 h 2463"/>
                <a:gd name="T4" fmla="*/ 1484 w 1829"/>
                <a:gd name="T5" fmla="*/ 0 h 2463"/>
                <a:gd name="T6" fmla="*/ 0 w 1829"/>
                <a:gd name="T7" fmla="*/ 441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9" h="2463">
                  <a:moveTo>
                    <a:pt x="0" y="441"/>
                  </a:moveTo>
                  <a:lnTo>
                    <a:pt x="1829" y="2463"/>
                  </a:lnTo>
                  <a:lnTo>
                    <a:pt x="1484" y="0"/>
                  </a:lnTo>
                  <a:lnTo>
                    <a:pt x="0" y="441"/>
                  </a:lnTo>
                  <a:close/>
                </a:path>
              </a:pathLst>
            </a:custGeom>
            <a:solidFill>
              <a:srgbClr val="3572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5127626" y="2736850"/>
              <a:ext cx="496888" cy="458788"/>
            </a:xfrm>
            <a:custGeom>
              <a:avLst/>
              <a:gdLst>
                <a:gd name="T0" fmla="*/ 0 w 2194"/>
                <a:gd name="T1" fmla="*/ 1667 h 2022"/>
                <a:gd name="T2" fmla="*/ 2194 w 2194"/>
                <a:gd name="T3" fmla="*/ 2022 h 2022"/>
                <a:gd name="T4" fmla="*/ 365 w 2194"/>
                <a:gd name="T5" fmla="*/ 0 h 2022"/>
                <a:gd name="T6" fmla="*/ 0 w 2194"/>
                <a:gd name="T7" fmla="*/ 1667 h 2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4" h="2022">
                  <a:moveTo>
                    <a:pt x="0" y="1667"/>
                  </a:moveTo>
                  <a:lnTo>
                    <a:pt x="2194" y="2022"/>
                  </a:lnTo>
                  <a:lnTo>
                    <a:pt x="365" y="0"/>
                  </a:lnTo>
                  <a:lnTo>
                    <a:pt x="0" y="1667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5546726" y="2636838"/>
              <a:ext cx="268288" cy="558800"/>
            </a:xfrm>
            <a:custGeom>
              <a:avLst/>
              <a:gdLst>
                <a:gd name="T0" fmla="*/ 0 w 1184"/>
                <a:gd name="T1" fmla="*/ 0 h 2463"/>
                <a:gd name="T2" fmla="*/ 1184 w 1184"/>
                <a:gd name="T3" fmla="*/ 677 h 2463"/>
                <a:gd name="T4" fmla="*/ 345 w 1184"/>
                <a:gd name="T5" fmla="*/ 2463 h 2463"/>
                <a:gd name="T6" fmla="*/ 0 w 1184"/>
                <a:gd name="T7" fmla="*/ 0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4" h="2463">
                  <a:moveTo>
                    <a:pt x="0" y="0"/>
                  </a:moveTo>
                  <a:lnTo>
                    <a:pt x="1184" y="677"/>
                  </a:lnTo>
                  <a:lnTo>
                    <a:pt x="345" y="2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5624513" y="2790825"/>
              <a:ext cx="450850" cy="519113"/>
            </a:xfrm>
            <a:custGeom>
              <a:avLst/>
              <a:gdLst>
                <a:gd name="T0" fmla="*/ 839 w 1990"/>
                <a:gd name="T1" fmla="*/ 0 h 2291"/>
                <a:gd name="T2" fmla="*/ 1990 w 1990"/>
                <a:gd name="T3" fmla="*/ 2291 h 2291"/>
                <a:gd name="T4" fmla="*/ 0 w 1990"/>
                <a:gd name="T5" fmla="*/ 1786 h 2291"/>
                <a:gd name="T6" fmla="*/ 839 w 1990"/>
                <a:gd name="T7" fmla="*/ 0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0" h="2291">
                  <a:moveTo>
                    <a:pt x="839" y="0"/>
                  </a:moveTo>
                  <a:lnTo>
                    <a:pt x="1990" y="2291"/>
                  </a:lnTo>
                  <a:lnTo>
                    <a:pt x="0" y="1786"/>
                  </a:lnTo>
                  <a:lnTo>
                    <a:pt x="839" y="0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5546726" y="2209800"/>
              <a:ext cx="669925" cy="798513"/>
            </a:xfrm>
            <a:custGeom>
              <a:avLst/>
              <a:gdLst>
                <a:gd name="T0" fmla="*/ 0 w 2953"/>
                <a:gd name="T1" fmla="*/ 1885 h 3520"/>
                <a:gd name="T2" fmla="*/ 1835 w 2953"/>
                <a:gd name="T3" fmla="*/ 0 h 3520"/>
                <a:gd name="T4" fmla="*/ 2500 w 2953"/>
                <a:gd name="T5" fmla="*/ 0 h 3520"/>
                <a:gd name="T6" fmla="*/ 2953 w 2953"/>
                <a:gd name="T7" fmla="*/ 3520 h 3520"/>
                <a:gd name="T8" fmla="*/ 1184 w 2953"/>
                <a:gd name="T9" fmla="*/ 2562 h 3520"/>
                <a:gd name="T10" fmla="*/ 0 w 2953"/>
                <a:gd name="T11" fmla="*/ 1885 h 3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53" h="3520">
                  <a:moveTo>
                    <a:pt x="0" y="1885"/>
                  </a:moveTo>
                  <a:lnTo>
                    <a:pt x="1835" y="0"/>
                  </a:lnTo>
                  <a:lnTo>
                    <a:pt x="2500" y="0"/>
                  </a:lnTo>
                  <a:lnTo>
                    <a:pt x="2953" y="3520"/>
                  </a:lnTo>
                  <a:lnTo>
                    <a:pt x="1184" y="2562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rgbClr val="518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5815013" y="2540000"/>
              <a:ext cx="401638" cy="468313"/>
            </a:xfrm>
            <a:custGeom>
              <a:avLst/>
              <a:gdLst>
                <a:gd name="T0" fmla="*/ 1505 w 1769"/>
                <a:gd name="T1" fmla="*/ 0 h 2062"/>
                <a:gd name="T2" fmla="*/ 0 w 1769"/>
                <a:gd name="T3" fmla="*/ 1104 h 2062"/>
                <a:gd name="T4" fmla="*/ 1769 w 1769"/>
                <a:gd name="T5" fmla="*/ 2062 h 2062"/>
                <a:gd name="T6" fmla="*/ 1505 w 1769"/>
                <a:gd name="T7" fmla="*/ 0 h 2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9" h="2062">
                  <a:moveTo>
                    <a:pt x="1505" y="0"/>
                  </a:moveTo>
                  <a:lnTo>
                    <a:pt x="0" y="1104"/>
                  </a:lnTo>
                  <a:lnTo>
                    <a:pt x="1769" y="20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6BA2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0" name="Freeform 24"/>
            <p:cNvSpPr>
              <a:spLocks/>
            </p:cNvSpPr>
            <p:nvPr/>
          </p:nvSpPr>
          <p:spPr bwMode="auto">
            <a:xfrm>
              <a:off x="5788026" y="2209800"/>
              <a:ext cx="368300" cy="330200"/>
            </a:xfrm>
            <a:custGeom>
              <a:avLst/>
              <a:gdLst>
                <a:gd name="T0" fmla="*/ 1625 w 1625"/>
                <a:gd name="T1" fmla="*/ 1458 h 1458"/>
                <a:gd name="T2" fmla="*/ 0 w 1625"/>
                <a:gd name="T3" fmla="*/ 792 h 1458"/>
                <a:gd name="T4" fmla="*/ 771 w 1625"/>
                <a:gd name="T5" fmla="*/ 0 h 1458"/>
                <a:gd name="T6" fmla="*/ 1436 w 1625"/>
                <a:gd name="T7" fmla="*/ 0 h 1458"/>
                <a:gd name="T8" fmla="*/ 1625 w 1625"/>
                <a:gd name="T9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5" h="1458">
                  <a:moveTo>
                    <a:pt x="1625" y="1458"/>
                  </a:moveTo>
                  <a:lnTo>
                    <a:pt x="0" y="792"/>
                  </a:lnTo>
                  <a:lnTo>
                    <a:pt x="771" y="0"/>
                  </a:lnTo>
                  <a:lnTo>
                    <a:pt x="1436" y="0"/>
                  </a:lnTo>
                  <a:lnTo>
                    <a:pt x="1625" y="1458"/>
                  </a:lnTo>
                  <a:close/>
                </a:path>
              </a:pathLst>
            </a:custGeom>
            <a:solidFill>
              <a:srgbClr val="7DA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1" name="Freeform 25"/>
            <p:cNvSpPr>
              <a:spLocks/>
            </p:cNvSpPr>
            <p:nvPr/>
          </p:nvSpPr>
          <p:spPr bwMode="auto">
            <a:xfrm>
              <a:off x="6156326" y="2540000"/>
              <a:ext cx="255588" cy="468313"/>
            </a:xfrm>
            <a:custGeom>
              <a:avLst/>
              <a:gdLst>
                <a:gd name="T0" fmla="*/ 0 w 1126"/>
                <a:gd name="T1" fmla="*/ 0 h 2062"/>
                <a:gd name="T2" fmla="*/ 1126 w 1126"/>
                <a:gd name="T3" fmla="*/ 543 h 2062"/>
                <a:gd name="T4" fmla="*/ 264 w 1126"/>
                <a:gd name="T5" fmla="*/ 2062 h 2062"/>
                <a:gd name="T6" fmla="*/ 0 w 1126"/>
                <a:gd name="T7" fmla="*/ 0 h 2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26" h="2062">
                  <a:moveTo>
                    <a:pt x="0" y="0"/>
                  </a:moveTo>
                  <a:lnTo>
                    <a:pt x="1126" y="543"/>
                  </a:lnTo>
                  <a:lnTo>
                    <a:pt x="264" y="20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8D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2" name="Freeform 26"/>
            <p:cNvSpPr>
              <a:spLocks/>
            </p:cNvSpPr>
            <p:nvPr/>
          </p:nvSpPr>
          <p:spPr bwMode="auto">
            <a:xfrm>
              <a:off x="5815013" y="2790825"/>
              <a:ext cx="401638" cy="519113"/>
            </a:xfrm>
            <a:custGeom>
              <a:avLst/>
              <a:gdLst>
                <a:gd name="T0" fmla="*/ 1151 w 1769"/>
                <a:gd name="T1" fmla="*/ 2291 h 2291"/>
                <a:gd name="T2" fmla="*/ 1769 w 1769"/>
                <a:gd name="T3" fmla="*/ 958 h 2291"/>
                <a:gd name="T4" fmla="*/ 0 w 1769"/>
                <a:gd name="T5" fmla="*/ 0 h 2291"/>
                <a:gd name="T6" fmla="*/ 1151 w 1769"/>
                <a:gd name="T7" fmla="*/ 2291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69" h="2291">
                  <a:moveTo>
                    <a:pt x="1151" y="2291"/>
                  </a:moveTo>
                  <a:lnTo>
                    <a:pt x="1769" y="958"/>
                  </a:lnTo>
                  <a:lnTo>
                    <a:pt x="0" y="0"/>
                  </a:lnTo>
                  <a:lnTo>
                    <a:pt x="1151" y="2291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3" name="Freeform 27"/>
            <p:cNvSpPr>
              <a:spLocks/>
            </p:cNvSpPr>
            <p:nvPr/>
          </p:nvSpPr>
          <p:spPr bwMode="auto">
            <a:xfrm>
              <a:off x="6411913" y="2432050"/>
              <a:ext cx="301625" cy="395288"/>
            </a:xfrm>
            <a:custGeom>
              <a:avLst/>
              <a:gdLst>
                <a:gd name="T0" fmla="*/ 0 w 1333"/>
                <a:gd name="T1" fmla="*/ 1023 h 1743"/>
                <a:gd name="T2" fmla="*/ 1193 w 1333"/>
                <a:gd name="T3" fmla="*/ 0 h 1743"/>
                <a:gd name="T4" fmla="*/ 1333 w 1333"/>
                <a:gd name="T5" fmla="*/ 1743 h 1743"/>
                <a:gd name="T6" fmla="*/ 0 w 1333"/>
                <a:gd name="T7" fmla="*/ 1023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3" h="1743">
                  <a:moveTo>
                    <a:pt x="0" y="1023"/>
                  </a:moveTo>
                  <a:lnTo>
                    <a:pt x="1193" y="0"/>
                  </a:lnTo>
                  <a:lnTo>
                    <a:pt x="1333" y="1743"/>
                  </a:lnTo>
                  <a:lnTo>
                    <a:pt x="0" y="1023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4" name="Freeform 28"/>
            <p:cNvSpPr>
              <a:spLocks/>
            </p:cNvSpPr>
            <p:nvPr/>
          </p:nvSpPr>
          <p:spPr bwMode="auto">
            <a:xfrm>
              <a:off x="6411913" y="2663825"/>
              <a:ext cx="301625" cy="531813"/>
            </a:xfrm>
            <a:custGeom>
              <a:avLst/>
              <a:gdLst>
                <a:gd name="T0" fmla="*/ 1333 w 1333"/>
                <a:gd name="T1" fmla="*/ 720 h 2344"/>
                <a:gd name="T2" fmla="*/ 580 w 1333"/>
                <a:gd name="T3" fmla="*/ 2344 h 2344"/>
                <a:gd name="T4" fmla="*/ 0 w 1333"/>
                <a:gd name="T5" fmla="*/ 0 h 2344"/>
                <a:gd name="T6" fmla="*/ 1333 w 1333"/>
                <a:gd name="T7" fmla="*/ 72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3" h="2344">
                  <a:moveTo>
                    <a:pt x="1333" y="720"/>
                  </a:moveTo>
                  <a:lnTo>
                    <a:pt x="580" y="2344"/>
                  </a:lnTo>
                  <a:lnTo>
                    <a:pt x="0" y="0"/>
                  </a:lnTo>
                  <a:lnTo>
                    <a:pt x="1333" y="720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5" name="Freeform 29"/>
            <p:cNvSpPr>
              <a:spLocks/>
            </p:cNvSpPr>
            <p:nvPr/>
          </p:nvSpPr>
          <p:spPr bwMode="auto">
            <a:xfrm>
              <a:off x="6216651" y="2663825"/>
              <a:ext cx="327025" cy="531813"/>
            </a:xfrm>
            <a:custGeom>
              <a:avLst/>
              <a:gdLst>
                <a:gd name="T0" fmla="*/ 1442 w 1442"/>
                <a:gd name="T1" fmla="*/ 2344 h 2344"/>
                <a:gd name="T2" fmla="*/ 0 w 1442"/>
                <a:gd name="T3" fmla="*/ 1519 h 2344"/>
                <a:gd name="T4" fmla="*/ 862 w 1442"/>
                <a:gd name="T5" fmla="*/ 0 h 2344"/>
                <a:gd name="T6" fmla="*/ 1442 w 1442"/>
                <a:gd name="T7" fmla="*/ 2344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2" h="2344">
                  <a:moveTo>
                    <a:pt x="1442" y="2344"/>
                  </a:moveTo>
                  <a:lnTo>
                    <a:pt x="0" y="1519"/>
                  </a:lnTo>
                  <a:lnTo>
                    <a:pt x="862" y="0"/>
                  </a:lnTo>
                  <a:lnTo>
                    <a:pt x="1442" y="2344"/>
                  </a:lnTo>
                  <a:close/>
                </a:path>
              </a:pathLst>
            </a:custGeom>
            <a:solidFill>
              <a:srgbClr val="2556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6" name="Freeform 30"/>
            <p:cNvSpPr>
              <a:spLocks/>
            </p:cNvSpPr>
            <p:nvPr/>
          </p:nvSpPr>
          <p:spPr bwMode="auto">
            <a:xfrm>
              <a:off x="6075363" y="3008313"/>
              <a:ext cx="468313" cy="301625"/>
            </a:xfrm>
            <a:custGeom>
              <a:avLst/>
              <a:gdLst>
                <a:gd name="T0" fmla="*/ 2060 w 2060"/>
                <a:gd name="T1" fmla="*/ 825 h 1333"/>
                <a:gd name="T2" fmla="*/ 0 w 2060"/>
                <a:gd name="T3" fmla="*/ 1333 h 1333"/>
                <a:gd name="T4" fmla="*/ 618 w 2060"/>
                <a:gd name="T5" fmla="*/ 0 h 1333"/>
                <a:gd name="T6" fmla="*/ 2060 w 2060"/>
                <a:gd name="T7" fmla="*/ 825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0" h="1333">
                  <a:moveTo>
                    <a:pt x="2060" y="825"/>
                  </a:moveTo>
                  <a:lnTo>
                    <a:pt x="0" y="1333"/>
                  </a:lnTo>
                  <a:lnTo>
                    <a:pt x="618" y="0"/>
                  </a:lnTo>
                  <a:lnTo>
                    <a:pt x="2060" y="825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7" name="Freeform 31"/>
            <p:cNvSpPr>
              <a:spLocks/>
            </p:cNvSpPr>
            <p:nvPr/>
          </p:nvSpPr>
          <p:spPr bwMode="auto">
            <a:xfrm>
              <a:off x="6075363" y="3195638"/>
              <a:ext cx="468313" cy="419100"/>
            </a:xfrm>
            <a:custGeom>
              <a:avLst/>
              <a:gdLst>
                <a:gd name="T0" fmla="*/ 0 w 2060"/>
                <a:gd name="T1" fmla="*/ 508 h 1850"/>
                <a:gd name="T2" fmla="*/ 1189 w 2060"/>
                <a:gd name="T3" fmla="*/ 1850 h 1850"/>
                <a:gd name="T4" fmla="*/ 2060 w 2060"/>
                <a:gd name="T5" fmla="*/ 0 h 1850"/>
                <a:gd name="T6" fmla="*/ 0 w 2060"/>
                <a:gd name="T7" fmla="*/ 508 h 1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0" h="1850">
                  <a:moveTo>
                    <a:pt x="0" y="508"/>
                  </a:moveTo>
                  <a:lnTo>
                    <a:pt x="1189" y="1850"/>
                  </a:lnTo>
                  <a:lnTo>
                    <a:pt x="2060" y="0"/>
                  </a:lnTo>
                  <a:lnTo>
                    <a:pt x="0" y="508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8" name="Freeform 32"/>
            <p:cNvSpPr>
              <a:spLocks/>
            </p:cNvSpPr>
            <p:nvPr/>
          </p:nvSpPr>
          <p:spPr bwMode="auto">
            <a:xfrm>
              <a:off x="5926138" y="3309938"/>
              <a:ext cx="419100" cy="304800"/>
            </a:xfrm>
            <a:custGeom>
              <a:avLst/>
              <a:gdLst>
                <a:gd name="T0" fmla="*/ 1851 w 1851"/>
                <a:gd name="T1" fmla="*/ 1342 h 1342"/>
                <a:gd name="T2" fmla="*/ 0 w 1851"/>
                <a:gd name="T3" fmla="*/ 1342 h 1342"/>
                <a:gd name="T4" fmla="*/ 662 w 1851"/>
                <a:gd name="T5" fmla="*/ 0 h 1342"/>
                <a:gd name="T6" fmla="*/ 1851 w 1851"/>
                <a:gd name="T7" fmla="*/ 1342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1" h="1342">
                  <a:moveTo>
                    <a:pt x="1851" y="1342"/>
                  </a:moveTo>
                  <a:lnTo>
                    <a:pt x="0" y="1342"/>
                  </a:lnTo>
                  <a:lnTo>
                    <a:pt x="662" y="0"/>
                  </a:lnTo>
                  <a:lnTo>
                    <a:pt x="1851" y="1342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auto">
            <a:xfrm>
              <a:off x="5659438" y="3309938"/>
              <a:ext cx="415925" cy="304800"/>
            </a:xfrm>
            <a:custGeom>
              <a:avLst/>
              <a:gdLst>
                <a:gd name="T0" fmla="*/ 1172 w 1834"/>
                <a:gd name="T1" fmla="*/ 1342 h 1342"/>
                <a:gd name="T2" fmla="*/ 0 w 1834"/>
                <a:gd name="T3" fmla="*/ 1041 h 1342"/>
                <a:gd name="T4" fmla="*/ 1834 w 1834"/>
                <a:gd name="T5" fmla="*/ 0 h 1342"/>
                <a:gd name="T6" fmla="*/ 1172 w 1834"/>
                <a:gd name="T7" fmla="*/ 1342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34" h="1342">
                  <a:moveTo>
                    <a:pt x="1172" y="1342"/>
                  </a:moveTo>
                  <a:lnTo>
                    <a:pt x="0" y="1041"/>
                  </a:lnTo>
                  <a:lnTo>
                    <a:pt x="1834" y="0"/>
                  </a:lnTo>
                  <a:lnTo>
                    <a:pt x="1172" y="1342"/>
                  </a:lnTo>
                  <a:close/>
                </a:path>
              </a:pathLst>
            </a:custGeom>
            <a:solidFill>
              <a:srgbClr val="1D50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0" name="Freeform 34"/>
            <p:cNvSpPr>
              <a:spLocks/>
            </p:cNvSpPr>
            <p:nvPr/>
          </p:nvSpPr>
          <p:spPr bwMode="auto">
            <a:xfrm>
              <a:off x="5332413" y="3195638"/>
              <a:ext cx="327025" cy="379413"/>
            </a:xfrm>
            <a:custGeom>
              <a:avLst/>
              <a:gdLst>
                <a:gd name="T0" fmla="*/ 1442 w 1442"/>
                <a:gd name="T1" fmla="*/ 1546 h 1675"/>
                <a:gd name="T2" fmla="*/ 0 w 1442"/>
                <a:gd name="T3" fmla="*/ 1675 h 1675"/>
                <a:gd name="T4" fmla="*/ 1286 w 1442"/>
                <a:gd name="T5" fmla="*/ 0 h 1675"/>
                <a:gd name="T6" fmla="*/ 1442 w 1442"/>
                <a:gd name="T7" fmla="*/ 1546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2" h="1675">
                  <a:moveTo>
                    <a:pt x="1442" y="1546"/>
                  </a:moveTo>
                  <a:lnTo>
                    <a:pt x="0" y="1675"/>
                  </a:lnTo>
                  <a:lnTo>
                    <a:pt x="1286" y="0"/>
                  </a:lnTo>
                  <a:lnTo>
                    <a:pt x="1442" y="1546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1" name="Freeform 35"/>
            <p:cNvSpPr>
              <a:spLocks/>
            </p:cNvSpPr>
            <p:nvPr/>
          </p:nvSpPr>
          <p:spPr bwMode="auto">
            <a:xfrm>
              <a:off x="5624513" y="3195638"/>
              <a:ext cx="450850" cy="350838"/>
            </a:xfrm>
            <a:custGeom>
              <a:avLst/>
              <a:gdLst>
                <a:gd name="T0" fmla="*/ 0 w 1990"/>
                <a:gd name="T1" fmla="*/ 0 h 1546"/>
                <a:gd name="T2" fmla="*/ 1990 w 1990"/>
                <a:gd name="T3" fmla="*/ 505 h 1546"/>
                <a:gd name="T4" fmla="*/ 156 w 1990"/>
                <a:gd name="T5" fmla="*/ 1546 h 1546"/>
                <a:gd name="T6" fmla="*/ 0 w 1990"/>
                <a:gd name="T7" fmla="*/ 0 h 1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0" h="1546">
                  <a:moveTo>
                    <a:pt x="0" y="0"/>
                  </a:moveTo>
                  <a:lnTo>
                    <a:pt x="1990" y="505"/>
                  </a:lnTo>
                  <a:lnTo>
                    <a:pt x="156" y="1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5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2" name="Freeform 36"/>
            <p:cNvSpPr>
              <a:spLocks/>
            </p:cNvSpPr>
            <p:nvPr/>
          </p:nvSpPr>
          <p:spPr bwMode="auto">
            <a:xfrm>
              <a:off x="6345238" y="3195638"/>
              <a:ext cx="314325" cy="419100"/>
            </a:xfrm>
            <a:custGeom>
              <a:avLst/>
              <a:gdLst>
                <a:gd name="T0" fmla="*/ 0 w 1387"/>
                <a:gd name="T1" fmla="*/ 1850 h 1850"/>
                <a:gd name="T2" fmla="*/ 1387 w 1387"/>
                <a:gd name="T3" fmla="*/ 1678 h 1850"/>
                <a:gd name="T4" fmla="*/ 871 w 1387"/>
                <a:gd name="T5" fmla="*/ 0 h 1850"/>
                <a:gd name="T6" fmla="*/ 0 w 1387"/>
                <a:gd name="T7" fmla="*/ 1850 h 1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7" h="1850">
                  <a:moveTo>
                    <a:pt x="0" y="1850"/>
                  </a:moveTo>
                  <a:lnTo>
                    <a:pt x="1387" y="1678"/>
                  </a:lnTo>
                  <a:lnTo>
                    <a:pt x="871" y="0"/>
                  </a:lnTo>
                  <a:lnTo>
                    <a:pt x="0" y="1850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3" name="Freeform 37"/>
            <p:cNvSpPr>
              <a:spLocks/>
            </p:cNvSpPr>
            <p:nvPr/>
          </p:nvSpPr>
          <p:spPr bwMode="auto">
            <a:xfrm>
              <a:off x="6543676" y="3195638"/>
              <a:ext cx="449263" cy="379413"/>
            </a:xfrm>
            <a:custGeom>
              <a:avLst/>
              <a:gdLst>
                <a:gd name="T0" fmla="*/ 516 w 1980"/>
                <a:gd name="T1" fmla="*/ 1678 h 1678"/>
                <a:gd name="T2" fmla="*/ 1980 w 1980"/>
                <a:gd name="T3" fmla="*/ 936 h 1678"/>
                <a:gd name="T4" fmla="*/ 0 w 1980"/>
                <a:gd name="T5" fmla="*/ 0 h 1678"/>
                <a:gd name="T6" fmla="*/ 516 w 1980"/>
                <a:gd name="T7" fmla="*/ 1678 h 1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80" h="1678">
                  <a:moveTo>
                    <a:pt x="516" y="1678"/>
                  </a:moveTo>
                  <a:lnTo>
                    <a:pt x="1980" y="936"/>
                  </a:lnTo>
                  <a:lnTo>
                    <a:pt x="0" y="0"/>
                  </a:lnTo>
                  <a:lnTo>
                    <a:pt x="516" y="1678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4" name="Freeform 38"/>
            <p:cNvSpPr>
              <a:spLocks/>
            </p:cNvSpPr>
            <p:nvPr/>
          </p:nvSpPr>
          <p:spPr bwMode="auto">
            <a:xfrm>
              <a:off x="6543676" y="2986088"/>
              <a:ext cx="449263" cy="420688"/>
            </a:xfrm>
            <a:custGeom>
              <a:avLst/>
              <a:gdLst>
                <a:gd name="T0" fmla="*/ 1980 w 1980"/>
                <a:gd name="T1" fmla="*/ 1861 h 1861"/>
                <a:gd name="T2" fmla="*/ 1797 w 1980"/>
                <a:gd name="T3" fmla="*/ 0 h 1861"/>
                <a:gd name="T4" fmla="*/ 0 w 1980"/>
                <a:gd name="T5" fmla="*/ 925 h 1861"/>
                <a:gd name="T6" fmla="*/ 1980 w 1980"/>
                <a:gd name="T7" fmla="*/ 1861 h 1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80" h="1861">
                  <a:moveTo>
                    <a:pt x="1980" y="1861"/>
                  </a:moveTo>
                  <a:lnTo>
                    <a:pt x="1797" y="0"/>
                  </a:lnTo>
                  <a:lnTo>
                    <a:pt x="0" y="925"/>
                  </a:lnTo>
                  <a:lnTo>
                    <a:pt x="1980" y="1861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5" name="Freeform 39"/>
            <p:cNvSpPr>
              <a:spLocks/>
            </p:cNvSpPr>
            <p:nvPr/>
          </p:nvSpPr>
          <p:spPr bwMode="auto">
            <a:xfrm>
              <a:off x="6543676" y="2827338"/>
              <a:ext cx="406400" cy="368300"/>
            </a:xfrm>
            <a:custGeom>
              <a:avLst/>
              <a:gdLst>
                <a:gd name="T0" fmla="*/ 1797 w 1797"/>
                <a:gd name="T1" fmla="*/ 699 h 1624"/>
                <a:gd name="T2" fmla="*/ 753 w 1797"/>
                <a:gd name="T3" fmla="*/ 0 h 1624"/>
                <a:gd name="T4" fmla="*/ 0 w 1797"/>
                <a:gd name="T5" fmla="*/ 1624 h 1624"/>
                <a:gd name="T6" fmla="*/ 1797 w 1797"/>
                <a:gd name="T7" fmla="*/ 699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7" h="1624">
                  <a:moveTo>
                    <a:pt x="1797" y="699"/>
                  </a:moveTo>
                  <a:lnTo>
                    <a:pt x="753" y="0"/>
                  </a:lnTo>
                  <a:lnTo>
                    <a:pt x="0" y="1624"/>
                  </a:lnTo>
                  <a:lnTo>
                    <a:pt x="1797" y="699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6713538" y="2617788"/>
              <a:ext cx="258763" cy="368300"/>
            </a:xfrm>
            <a:custGeom>
              <a:avLst/>
              <a:gdLst>
                <a:gd name="T0" fmla="*/ 1044 w 1141"/>
                <a:gd name="T1" fmla="*/ 1623 h 1623"/>
                <a:gd name="T2" fmla="*/ 1141 w 1141"/>
                <a:gd name="T3" fmla="*/ 0 h 1623"/>
                <a:gd name="T4" fmla="*/ 0 w 1141"/>
                <a:gd name="T5" fmla="*/ 924 h 1623"/>
                <a:gd name="T6" fmla="*/ 1044 w 1141"/>
                <a:gd name="T7" fmla="*/ 1623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1" h="1623">
                  <a:moveTo>
                    <a:pt x="1044" y="1623"/>
                  </a:moveTo>
                  <a:lnTo>
                    <a:pt x="1141" y="0"/>
                  </a:lnTo>
                  <a:lnTo>
                    <a:pt x="0" y="924"/>
                  </a:lnTo>
                  <a:lnTo>
                    <a:pt x="1044" y="1623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7" name="Freeform 41"/>
            <p:cNvSpPr>
              <a:spLocks/>
            </p:cNvSpPr>
            <p:nvPr/>
          </p:nvSpPr>
          <p:spPr bwMode="auto">
            <a:xfrm>
              <a:off x="6681788" y="2432050"/>
              <a:ext cx="290513" cy="395288"/>
            </a:xfrm>
            <a:custGeom>
              <a:avLst/>
              <a:gdLst>
                <a:gd name="T0" fmla="*/ 1281 w 1281"/>
                <a:gd name="T1" fmla="*/ 819 h 1743"/>
                <a:gd name="T2" fmla="*/ 0 w 1281"/>
                <a:gd name="T3" fmla="*/ 0 h 1743"/>
                <a:gd name="T4" fmla="*/ 140 w 1281"/>
                <a:gd name="T5" fmla="*/ 1743 h 1743"/>
                <a:gd name="T6" fmla="*/ 1281 w 1281"/>
                <a:gd name="T7" fmla="*/ 819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1" h="1743">
                  <a:moveTo>
                    <a:pt x="1281" y="819"/>
                  </a:moveTo>
                  <a:lnTo>
                    <a:pt x="0" y="0"/>
                  </a:lnTo>
                  <a:lnTo>
                    <a:pt x="140" y="1743"/>
                  </a:lnTo>
                  <a:lnTo>
                    <a:pt x="1281" y="819"/>
                  </a:lnTo>
                  <a:close/>
                </a:path>
              </a:pathLst>
            </a:custGeom>
            <a:solidFill>
              <a:srgbClr val="8BB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8" name="Freeform 42"/>
            <p:cNvSpPr>
              <a:spLocks/>
            </p:cNvSpPr>
            <p:nvPr/>
          </p:nvSpPr>
          <p:spPr bwMode="auto">
            <a:xfrm>
              <a:off x="6681788" y="2387600"/>
              <a:ext cx="758825" cy="230188"/>
            </a:xfrm>
            <a:custGeom>
              <a:avLst/>
              <a:gdLst>
                <a:gd name="T0" fmla="*/ 0 w 3346"/>
                <a:gd name="T1" fmla="*/ 193 h 1012"/>
                <a:gd name="T2" fmla="*/ 3346 w 3346"/>
                <a:gd name="T3" fmla="*/ 0 h 1012"/>
                <a:gd name="T4" fmla="*/ 1281 w 3346"/>
                <a:gd name="T5" fmla="*/ 1012 h 1012"/>
                <a:gd name="T6" fmla="*/ 0 w 3346"/>
                <a:gd name="T7" fmla="*/ 193 h 1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46" h="1012">
                  <a:moveTo>
                    <a:pt x="0" y="193"/>
                  </a:moveTo>
                  <a:lnTo>
                    <a:pt x="3346" y="0"/>
                  </a:lnTo>
                  <a:lnTo>
                    <a:pt x="1281" y="1012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609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49" name="Freeform 43"/>
            <p:cNvSpPr>
              <a:spLocks/>
            </p:cNvSpPr>
            <p:nvPr/>
          </p:nvSpPr>
          <p:spPr bwMode="auto">
            <a:xfrm>
              <a:off x="6972301" y="2387600"/>
              <a:ext cx="468313" cy="422275"/>
            </a:xfrm>
            <a:custGeom>
              <a:avLst/>
              <a:gdLst>
                <a:gd name="T0" fmla="*/ 0 w 2065"/>
                <a:gd name="T1" fmla="*/ 1012 h 1861"/>
                <a:gd name="T2" fmla="*/ 2065 w 2065"/>
                <a:gd name="T3" fmla="*/ 0 h 1861"/>
                <a:gd name="T4" fmla="*/ 1086 w 2065"/>
                <a:gd name="T5" fmla="*/ 1861 h 1861"/>
                <a:gd name="T6" fmla="*/ 0 w 2065"/>
                <a:gd name="T7" fmla="*/ 1012 h 1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5" h="1861">
                  <a:moveTo>
                    <a:pt x="0" y="1012"/>
                  </a:moveTo>
                  <a:lnTo>
                    <a:pt x="2065" y="0"/>
                  </a:lnTo>
                  <a:lnTo>
                    <a:pt x="1086" y="1861"/>
                  </a:lnTo>
                  <a:lnTo>
                    <a:pt x="0" y="1012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0" name="Freeform 44"/>
            <p:cNvSpPr>
              <a:spLocks/>
            </p:cNvSpPr>
            <p:nvPr/>
          </p:nvSpPr>
          <p:spPr bwMode="auto">
            <a:xfrm>
              <a:off x="6950076" y="2617788"/>
              <a:ext cx="268288" cy="368300"/>
            </a:xfrm>
            <a:custGeom>
              <a:avLst/>
              <a:gdLst>
                <a:gd name="T0" fmla="*/ 1183 w 1183"/>
                <a:gd name="T1" fmla="*/ 849 h 1623"/>
                <a:gd name="T2" fmla="*/ 0 w 1183"/>
                <a:gd name="T3" fmla="*/ 1623 h 1623"/>
                <a:gd name="T4" fmla="*/ 97 w 1183"/>
                <a:gd name="T5" fmla="*/ 0 h 1623"/>
                <a:gd name="T6" fmla="*/ 1183 w 1183"/>
                <a:gd name="T7" fmla="*/ 849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3" h="1623">
                  <a:moveTo>
                    <a:pt x="1183" y="849"/>
                  </a:moveTo>
                  <a:lnTo>
                    <a:pt x="0" y="1623"/>
                  </a:lnTo>
                  <a:lnTo>
                    <a:pt x="97" y="0"/>
                  </a:lnTo>
                  <a:lnTo>
                    <a:pt x="1183" y="849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1" name="Freeform 45"/>
            <p:cNvSpPr>
              <a:spLocks/>
            </p:cNvSpPr>
            <p:nvPr/>
          </p:nvSpPr>
          <p:spPr bwMode="auto">
            <a:xfrm>
              <a:off x="6169026" y="2209800"/>
              <a:ext cx="512763" cy="454025"/>
            </a:xfrm>
            <a:custGeom>
              <a:avLst/>
              <a:gdLst>
                <a:gd name="T0" fmla="*/ 663 w 2262"/>
                <a:gd name="T1" fmla="*/ 0 h 2001"/>
                <a:gd name="T2" fmla="*/ 2262 w 2262"/>
                <a:gd name="T3" fmla="*/ 978 h 2001"/>
                <a:gd name="T4" fmla="*/ 1069 w 2262"/>
                <a:gd name="T5" fmla="*/ 2001 h 2001"/>
                <a:gd name="T6" fmla="*/ 0 w 2262"/>
                <a:gd name="T7" fmla="*/ 0 h 2001"/>
                <a:gd name="T8" fmla="*/ 663 w 2262"/>
                <a:gd name="T9" fmla="*/ 0 h 2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2" h="2001">
                  <a:moveTo>
                    <a:pt x="663" y="0"/>
                  </a:moveTo>
                  <a:lnTo>
                    <a:pt x="2262" y="978"/>
                  </a:lnTo>
                  <a:lnTo>
                    <a:pt x="1069" y="2001"/>
                  </a:lnTo>
                  <a:lnTo>
                    <a:pt x="0" y="0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8BB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2" name="Freeform 46"/>
            <p:cNvSpPr>
              <a:spLocks/>
            </p:cNvSpPr>
            <p:nvPr/>
          </p:nvSpPr>
          <p:spPr bwMode="auto">
            <a:xfrm>
              <a:off x="6113463" y="2209800"/>
              <a:ext cx="298450" cy="454025"/>
            </a:xfrm>
            <a:custGeom>
              <a:avLst/>
              <a:gdLst>
                <a:gd name="T0" fmla="*/ 0 w 1315"/>
                <a:gd name="T1" fmla="*/ 0 h 2001"/>
                <a:gd name="T2" fmla="*/ 189 w 1315"/>
                <a:gd name="T3" fmla="*/ 1458 h 2001"/>
                <a:gd name="T4" fmla="*/ 1315 w 1315"/>
                <a:gd name="T5" fmla="*/ 2001 h 2001"/>
                <a:gd name="T6" fmla="*/ 246 w 1315"/>
                <a:gd name="T7" fmla="*/ 0 h 2001"/>
                <a:gd name="T8" fmla="*/ 0 w 1315"/>
                <a:gd name="T9" fmla="*/ 0 h 2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5" h="2001">
                  <a:moveTo>
                    <a:pt x="0" y="0"/>
                  </a:moveTo>
                  <a:lnTo>
                    <a:pt x="189" y="1458"/>
                  </a:lnTo>
                  <a:lnTo>
                    <a:pt x="1315" y="2001"/>
                  </a:lnTo>
                  <a:lnTo>
                    <a:pt x="2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3" name="Freeform 47"/>
            <p:cNvSpPr>
              <a:spLocks/>
            </p:cNvSpPr>
            <p:nvPr/>
          </p:nvSpPr>
          <p:spPr bwMode="auto">
            <a:xfrm>
              <a:off x="6319838" y="2209800"/>
              <a:ext cx="1120775" cy="222250"/>
            </a:xfrm>
            <a:custGeom>
              <a:avLst/>
              <a:gdLst>
                <a:gd name="T0" fmla="*/ 4945 w 4945"/>
                <a:gd name="T1" fmla="*/ 785 h 978"/>
                <a:gd name="T2" fmla="*/ 1593 w 4945"/>
                <a:gd name="T3" fmla="*/ 0 h 978"/>
                <a:gd name="T4" fmla="*/ 0 w 4945"/>
                <a:gd name="T5" fmla="*/ 0 h 978"/>
                <a:gd name="T6" fmla="*/ 1599 w 4945"/>
                <a:gd name="T7" fmla="*/ 978 h 978"/>
                <a:gd name="T8" fmla="*/ 4945 w 4945"/>
                <a:gd name="T9" fmla="*/ 785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5" h="978">
                  <a:moveTo>
                    <a:pt x="4945" y="785"/>
                  </a:moveTo>
                  <a:lnTo>
                    <a:pt x="1593" y="0"/>
                  </a:lnTo>
                  <a:lnTo>
                    <a:pt x="0" y="0"/>
                  </a:lnTo>
                  <a:lnTo>
                    <a:pt x="1599" y="978"/>
                  </a:lnTo>
                  <a:lnTo>
                    <a:pt x="4945" y="785"/>
                  </a:lnTo>
                  <a:close/>
                </a:path>
              </a:pathLst>
            </a:custGeom>
            <a:solidFill>
              <a:srgbClr val="7DA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4" name="Freeform 48"/>
            <p:cNvSpPr>
              <a:spLocks/>
            </p:cNvSpPr>
            <p:nvPr/>
          </p:nvSpPr>
          <p:spPr bwMode="auto">
            <a:xfrm>
              <a:off x="6680201" y="2209800"/>
              <a:ext cx="1150938" cy="177800"/>
            </a:xfrm>
            <a:custGeom>
              <a:avLst/>
              <a:gdLst>
                <a:gd name="T0" fmla="*/ 3352 w 5074"/>
                <a:gd name="T1" fmla="*/ 785 h 785"/>
                <a:gd name="T2" fmla="*/ 5074 w 5074"/>
                <a:gd name="T3" fmla="*/ 0 h 785"/>
                <a:gd name="T4" fmla="*/ 0 w 5074"/>
                <a:gd name="T5" fmla="*/ 0 h 785"/>
                <a:gd name="T6" fmla="*/ 3352 w 5074"/>
                <a:gd name="T7" fmla="*/ 785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74" h="785">
                  <a:moveTo>
                    <a:pt x="3352" y="785"/>
                  </a:moveTo>
                  <a:lnTo>
                    <a:pt x="5074" y="0"/>
                  </a:lnTo>
                  <a:lnTo>
                    <a:pt x="0" y="0"/>
                  </a:lnTo>
                  <a:lnTo>
                    <a:pt x="3352" y="785"/>
                  </a:lnTo>
                  <a:close/>
                </a:path>
              </a:pathLst>
            </a:custGeom>
            <a:solidFill>
              <a:srgbClr val="709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7440613" y="2209800"/>
              <a:ext cx="606425" cy="177800"/>
            </a:xfrm>
            <a:custGeom>
              <a:avLst/>
              <a:gdLst>
                <a:gd name="T0" fmla="*/ 2672 w 2672"/>
                <a:gd name="T1" fmla="*/ 135 h 785"/>
                <a:gd name="T2" fmla="*/ 2414 w 2672"/>
                <a:gd name="T3" fmla="*/ 642 h 785"/>
                <a:gd name="T4" fmla="*/ 0 w 2672"/>
                <a:gd name="T5" fmla="*/ 785 h 785"/>
                <a:gd name="T6" fmla="*/ 1722 w 2672"/>
                <a:gd name="T7" fmla="*/ 0 h 785"/>
                <a:gd name="T8" fmla="*/ 2672 w 2672"/>
                <a:gd name="T9" fmla="*/ 0 h 785"/>
                <a:gd name="T10" fmla="*/ 2672 w 2672"/>
                <a:gd name="T11" fmla="*/ 135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72" h="785">
                  <a:moveTo>
                    <a:pt x="2672" y="135"/>
                  </a:moveTo>
                  <a:lnTo>
                    <a:pt x="2414" y="642"/>
                  </a:lnTo>
                  <a:lnTo>
                    <a:pt x="0" y="785"/>
                  </a:lnTo>
                  <a:lnTo>
                    <a:pt x="1722" y="0"/>
                  </a:lnTo>
                  <a:lnTo>
                    <a:pt x="2672" y="0"/>
                  </a:lnTo>
                  <a:lnTo>
                    <a:pt x="2672" y="135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6" name="Freeform 50"/>
            <p:cNvSpPr>
              <a:spLocks/>
            </p:cNvSpPr>
            <p:nvPr/>
          </p:nvSpPr>
          <p:spPr bwMode="auto">
            <a:xfrm>
              <a:off x="7440613" y="2355850"/>
              <a:ext cx="547688" cy="228600"/>
            </a:xfrm>
            <a:custGeom>
              <a:avLst/>
              <a:gdLst>
                <a:gd name="T0" fmla="*/ 2414 w 2414"/>
                <a:gd name="T1" fmla="*/ 0 h 1012"/>
                <a:gd name="T2" fmla="*/ 1887 w 2414"/>
                <a:gd name="T3" fmla="*/ 1012 h 1012"/>
                <a:gd name="T4" fmla="*/ 0 w 2414"/>
                <a:gd name="T5" fmla="*/ 143 h 1012"/>
                <a:gd name="T6" fmla="*/ 2414 w 2414"/>
                <a:gd name="T7" fmla="*/ 0 h 1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14" h="1012">
                  <a:moveTo>
                    <a:pt x="2414" y="0"/>
                  </a:moveTo>
                  <a:lnTo>
                    <a:pt x="1887" y="1012"/>
                  </a:lnTo>
                  <a:lnTo>
                    <a:pt x="0" y="143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rgbClr val="6C9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7218363" y="2387600"/>
              <a:ext cx="452438" cy="422275"/>
            </a:xfrm>
            <a:custGeom>
              <a:avLst/>
              <a:gdLst>
                <a:gd name="T0" fmla="*/ 0 w 1992"/>
                <a:gd name="T1" fmla="*/ 1861 h 1861"/>
                <a:gd name="T2" fmla="*/ 1992 w 1992"/>
                <a:gd name="T3" fmla="*/ 465 h 1861"/>
                <a:gd name="T4" fmla="*/ 979 w 1992"/>
                <a:gd name="T5" fmla="*/ 0 h 1861"/>
                <a:gd name="T6" fmla="*/ 0 w 1992"/>
                <a:gd name="T7" fmla="*/ 1861 h 1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2" h="1861">
                  <a:moveTo>
                    <a:pt x="0" y="1861"/>
                  </a:moveTo>
                  <a:lnTo>
                    <a:pt x="1992" y="465"/>
                  </a:lnTo>
                  <a:lnTo>
                    <a:pt x="979" y="0"/>
                  </a:lnTo>
                  <a:lnTo>
                    <a:pt x="0" y="1861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8" name="Freeform 52"/>
            <p:cNvSpPr>
              <a:spLocks/>
            </p:cNvSpPr>
            <p:nvPr/>
          </p:nvSpPr>
          <p:spPr bwMode="auto">
            <a:xfrm>
              <a:off x="7218363" y="2493963"/>
              <a:ext cx="452438" cy="554038"/>
            </a:xfrm>
            <a:custGeom>
              <a:avLst/>
              <a:gdLst>
                <a:gd name="T0" fmla="*/ 0 w 1992"/>
                <a:gd name="T1" fmla="*/ 1396 h 2447"/>
                <a:gd name="T2" fmla="*/ 1403 w 1992"/>
                <a:gd name="T3" fmla="*/ 2447 h 2447"/>
                <a:gd name="T4" fmla="*/ 1992 w 1992"/>
                <a:gd name="T5" fmla="*/ 0 h 2447"/>
                <a:gd name="T6" fmla="*/ 0 w 1992"/>
                <a:gd name="T7" fmla="*/ 1396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2" h="2447">
                  <a:moveTo>
                    <a:pt x="0" y="1396"/>
                  </a:moveTo>
                  <a:lnTo>
                    <a:pt x="1403" y="2447"/>
                  </a:lnTo>
                  <a:lnTo>
                    <a:pt x="1992" y="0"/>
                  </a:lnTo>
                  <a:lnTo>
                    <a:pt x="0" y="1396"/>
                  </a:lnTo>
                  <a:close/>
                </a:path>
              </a:pathLst>
            </a:custGeom>
            <a:solidFill>
              <a:srgbClr val="3572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59" name="Freeform 53"/>
            <p:cNvSpPr>
              <a:spLocks/>
            </p:cNvSpPr>
            <p:nvPr/>
          </p:nvSpPr>
          <p:spPr bwMode="auto">
            <a:xfrm>
              <a:off x="7537451" y="2493963"/>
              <a:ext cx="331788" cy="554038"/>
            </a:xfrm>
            <a:custGeom>
              <a:avLst/>
              <a:gdLst>
                <a:gd name="T0" fmla="*/ 0 w 1463"/>
                <a:gd name="T1" fmla="*/ 2447 h 2447"/>
                <a:gd name="T2" fmla="*/ 1463 w 1463"/>
                <a:gd name="T3" fmla="*/ 404 h 2447"/>
                <a:gd name="T4" fmla="*/ 589 w 1463"/>
                <a:gd name="T5" fmla="*/ 0 h 2447"/>
                <a:gd name="T6" fmla="*/ 0 w 1463"/>
                <a:gd name="T7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3" h="2447">
                  <a:moveTo>
                    <a:pt x="0" y="2447"/>
                  </a:moveTo>
                  <a:lnTo>
                    <a:pt x="1463" y="404"/>
                  </a:lnTo>
                  <a:lnTo>
                    <a:pt x="589" y="0"/>
                  </a:lnTo>
                  <a:lnTo>
                    <a:pt x="0" y="2447"/>
                  </a:lnTo>
                  <a:close/>
                </a:path>
              </a:pathLst>
            </a:custGeom>
            <a:solidFill>
              <a:srgbClr val="609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0" name="Freeform 54"/>
            <p:cNvSpPr>
              <a:spLocks/>
            </p:cNvSpPr>
            <p:nvPr/>
          </p:nvSpPr>
          <p:spPr bwMode="auto">
            <a:xfrm>
              <a:off x="7180263" y="2809875"/>
              <a:ext cx="357188" cy="320675"/>
            </a:xfrm>
            <a:custGeom>
              <a:avLst/>
              <a:gdLst>
                <a:gd name="T0" fmla="*/ 1571 w 1571"/>
                <a:gd name="T1" fmla="*/ 1051 h 1416"/>
                <a:gd name="T2" fmla="*/ 0 w 1571"/>
                <a:gd name="T3" fmla="*/ 1416 h 1416"/>
                <a:gd name="T4" fmla="*/ 168 w 1571"/>
                <a:gd name="T5" fmla="*/ 0 h 1416"/>
                <a:gd name="T6" fmla="*/ 1571 w 1571"/>
                <a:gd name="T7" fmla="*/ 1051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1" h="1416">
                  <a:moveTo>
                    <a:pt x="1571" y="1051"/>
                  </a:moveTo>
                  <a:lnTo>
                    <a:pt x="0" y="1416"/>
                  </a:lnTo>
                  <a:lnTo>
                    <a:pt x="168" y="0"/>
                  </a:lnTo>
                  <a:lnTo>
                    <a:pt x="1571" y="1051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1" name="Freeform 55"/>
            <p:cNvSpPr>
              <a:spLocks/>
            </p:cNvSpPr>
            <p:nvPr/>
          </p:nvSpPr>
          <p:spPr bwMode="auto">
            <a:xfrm>
              <a:off x="6950076" y="2809875"/>
              <a:ext cx="268288" cy="320675"/>
            </a:xfrm>
            <a:custGeom>
              <a:avLst/>
              <a:gdLst>
                <a:gd name="T0" fmla="*/ 1015 w 1183"/>
                <a:gd name="T1" fmla="*/ 1416 h 1416"/>
                <a:gd name="T2" fmla="*/ 0 w 1183"/>
                <a:gd name="T3" fmla="*/ 774 h 1416"/>
                <a:gd name="T4" fmla="*/ 1183 w 1183"/>
                <a:gd name="T5" fmla="*/ 0 h 1416"/>
                <a:gd name="T6" fmla="*/ 1015 w 1183"/>
                <a:gd name="T7" fmla="*/ 1416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3" h="1416">
                  <a:moveTo>
                    <a:pt x="1015" y="1416"/>
                  </a:moveTo>
                  <a:lnTo>
                    <a:pt x="0" y="774"/>
                  </a:lnTo>
                  <a:lnTo>
                    <a:pt x="1183" y="0"/>
                  </a:lnTo>
                  <a:lnTo>
                    <a:pt x="1015" y="1416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2" name="Freeform 56"/>
            <p:cNvSpPr>
              <a:spLocks/>
            </p:cNvSpPr>
            <p:nvPr/>
          </p:nvSpPr>
          <p:spPr bwMode="auto">
            <a:xfrm>
              <a:off x="6950076" y="2986088"/>
              <a:ext cx="230188" cy="420688"/>
            </a:xfrm>
            <a:custGeom>
              <a:avLst/>
              <a:gdLst>
                <a:gd name="T0" fmla="*/ 1015 w 1015"/>
                <a:gd name="T1" fmla="*/ 642 h 1861"/>
                <a:gd name="T2" fmla="*/ 183 w 1015"/>
                <a:gd name="T3" fmla="*/ 1861 h 1861"/>
                <a:gd name="T4" fmla="*/ 0 w 1015"/>
                <a:gd name="T5" fmla="*/ 0 h 1861"/>
                <a:gd name="T6" fmla="*/ 1015 w 1015"/>
                <a:gd name="T7" fmla="*/ 642 h 1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1861">
                  <a:moveTo>
                    <a:pt x="1015" y="642"/>
                  </a:moveTo>
                  <a:lnTo>
                    <a:pt x="183" y="1861"/>
                  </a:lnTo>
                  <a:lnTo>
                    <a:pt x="0" y="0"/>
                  </a:lnTo>
                  <a:lnTo>
                    <a:pt x="1015" y="642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3" name="Freeform 57"/>
            <p:cNvSpPr>
              <a:spLocks/>
            </p:cNvSpPr>
            <p:nvPr/>
          </p:nvSpPr>
          <p:spPr bwMode="auto">
            <a:xfrm>
              <a:off x="6992938" y="3130550"/>
              <a:ext cx="309563" cy="276225"/>
            </a:xfrm>
            <a:custGeom>
              <a:avLst/>
              <a:gdLst>
                <a:gd name="T0" fmla="*/ 0 w 1370"/>
                <a:gd name="T1" fmla="*/ 1219 h 1219"/>
                <a:gd name="T2" fmla="*/ 1370 w 1370"/>
                <a:gd name="T3" fmla="*/ 1044 h 1219"/>
                <a:gd name="T4" fmla="*/ 832 w 1370"/>
                <a:gd name="T5" fmla="*/ 0 h 1219"/>
                <a:gd name="T6" fmla="*/ 0 w 1370"/>
                <a:gd name="T7" fmla="*/ 1219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0" h="1219">
                  <a:moveTo>
                    <a:pt x="0" y="1219"/>
                  </a:moveTo>
                  <a:lnTo>
                    <a:pt x="1370" y="1044"/>
                  </a:lnTo>
                  <a:lnTo>
                    <a:pt x="832" y="0"/>
                  </a:lnTo>
                  <a:lnTo>
                    <a:pt x="0" y="1219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4" name="Freeform 58"/>
            <p:cNvSpPr>
              <a:spLocks/>
            </p:cNvSpPr>
            <p:nvPr/>
          </p:nvSpPr>
          <p:spPr bwMode="auto">
            <a:xfrm>
              <a:off x="7180263" y="3048000"/>
              <a:ext cx="357188" cy="319088"/>
            </a:xfrm>
            <a:custGeom>
              <a:avLst/>
              <a:gdLst>
                <a:gd name="T0" fmla="*/ 538 w 1571"/>
                <a:gd name="T1" fmla="*/ 1409 h 1409"/>
                <a:gd name="T2" fmla="*/ 1571 w 1571"/>
                <a:gd name="T3" fmla="*/ 0 h 1409"/>
                <a:gd name="T4" fmla="*/ 0 w 1571"/>
                <a:gd name="T5" fmla="*/ 365 h 1409"/>
                <a:gd name="T6" fmla="*/ 538 w 1571"/>
                <a:gd name="T7" fmla="*/ 1409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1" h="1409">
                  <a:moveTo>
                    <a:pt x="538" y="1409"/>
                  </a:moveTo>
                  <a:lnTo>
                    <a:pt x="1571" y="0"/>
                  </a:lnTo>
                  <a:lnTo>
                    <a:pt x="0" y="365"/>
                  </a:lnTo>
                  <a:lnTo>
                    <a:pt x="538" y="1409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5" name="Freeform 59"/>
            <p:cNvSpPr>
              <a:spLocks/>
            </p:cNvSpPr>
            <p:nvPr/>
          </p:nvSpPr>
          <p:spPr bwMode="auto">
            <a:xfrm>
              <a:off x="7302501" y="3048000"/>
              <a:ext cx="557213" cy="319088"/>
            </a:xfrm>
            <a:custGeom>
              <a:avLst/>
              <a:gdLst>
                <a:gd name="T0" fmla="*/ 0 w 2458"/>
                <a:gd name="T1" fmla="*/ 1409 h 1409"/>
                <a:gd name="T2" fmla="*/ 2458 w 2458"/>
                <a:gd name="T3" fmla="*/ 854 h 1409"/>
                <a:gd name="T4" fmla="*/ 1033 w 2458"/>
                <a:gd name="T5" fmla="*/ 0 h 1409"/>
                <a:gd name="T6" fmla="*/ 0 w 2458"/>
                <a:gd name="T7" fmla="*/ 1409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58" h="1409">
                  <a:moveTo>
                    <a:pt x="0" y="1409"/>
                  </a:moveTo>
                  <a:lnTo>
                    <a:pt x="2458" y="854"/>
                  </a:lnTo>
                  <a:lnTo>
                    <a:pt x="1033" y="0"/>
                  </a:lnTo>
                  <a:lnTo>
                    <a:pt x="0" y="1409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6" name="Freeform 60"/>
            <p:cNvSpPr>
              <a:spLocks/>
            </p:cNvSpPr>
            <p:nvPr/>
          </p:nvSpPr>
          <p:spPr bwMode="auto">
            <a:xfrm>
              <a:off x="7537451" y="2584450"/>
              <a:ext cx="331788" cy="657225"/>
            </a:xfrm>
            <a:custGeom>
              <a:avLst/>
              <a:gdLst>
                <a:gd name="T0" fmla="*/ 1425 w 1463"/>
                <a:gd name="T1" fmla="*/ 2897 h 2897"/>
                <a:gd name="T2" fmla="*/ 1463 w 1463"/>
                <a:gd name="T3" fmla="*/ 0 h 2897"/>
                <a:gd name="T4" fmla="*/ 0 w 1463"/>
                <a:gd name="T5" fmla="*/ 2043 h 2897"/>
                <a:gd name="T6" fmla="*/ 1425 w 1463"/>
                <a:gd name="T7" fmla="*/ 2897 h 2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3" h="2897">
                  <a:moveTo>
                    <a:pt x="1425" y="2897"/>
                  </a:moveTo>
                  <a:lnTo>
                    <a:pt x="1463" y="0"/>
                  </a:lnTo>
                  <a:lnTo>
                    <a:pt x="0" y="2043"/>
                  </a:lnTo>
                  <a:lnTo>
                    <a:pt x="1425" y="2897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7" name="Freeform 61"/>
            <p:cNvSpPr>
              <a:spLocks/>
            </p:cNvSpPr>
            <p:nvPr/>
          </p:nvSpPr>
          <p:spPr bwMode="auto">
            <a:xfrm>
              <a:off x="7862888" y="2584450"/>
              <a:ext cx="184150" cy="444500"/>
            </a:xfrm>
            <a:custGeom>
              <a:avLst/>
              <a:gdLst>
                <a:gd name="T0" fmla="*/ 0 w 810"/>
                <a:gd name="T1" fmla="*/ 1957 h 1957"/>
                <a:gd name="T2" fmla="*/ 810 w 810"/>
                <a:gd name="T3" fmla="*/ 1174 h 1957"/>
                <a:gd name="T4" fmla="*/ 810 w 810"/>
                <a:gd name="T5" fmla="*/ 548 h 1957"/>
                <a:gd name="T6" fmla="*/ 25 w 810"/>
                <a:gd name="T7" fmla="*/ 0 h 1957"/>
                <a:gd name="T8" fmla="*/ 0 w 810"/>
                <a:gd name="T9" fmla="*/ 1957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0" h="1957">
                  <a:moveTo>
                    <a:pt x="0" y="1957"/>
                  </a:moveTo>
                  <a:lnTo>
                    <a:pt x="810" y="1174"/>
                  </a:lnTo>
                  <a:lnTo>
                    <a:pt x="810" y="548"/>
                  </a:lnTo>
                  <a:lnTo>
                    <a:pt x="25" y="0"/>
                  </a:lnTo>
                  <a:lnTo>
                    <a:pt x="0" y="1957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8" name="Freeform 62"/>
            <p:cNvSpPr>
              <a:spLocks/>
            </p:cNvSpPr>
            <p:nvPr/>
          </p:nvSpPr>
          <p:spPr bwMode="auto">
            <a:xfrm>
              <a:off x="7869238" y="2238375"/>
              <a:ext cx="177800" cy="471488"/>
            </a:xfrm>
            <a:custGeom>
              <a:avLst/>
              <a:gdLst>
                <a:gd name="T0" fmla="*/ 785 w 785"/>
                <a:gd name="T1" fmla="*/ 2075 h 2075"/>
                <a:gd name="T2" fmla="*/ 0 w 785"/>
                <a:gd name="T3" fmla="*/ 1527 h 2075"/>
                <a:gd name="T4" fmla="*/ 785 w 785"/>
                <a:gd name="T5" fmla="*/ 0 h 2075"/>
                <a:gd name="T6" fmla="*/ 785 w 785"/>
                <a:gd name="T7" fmla="*/ 2075 h 2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5" h="2075">
                  <a:moveTo>
                    <a:pt x="785" y="2075"/>
                  </a:moveTo>
                  <a:lnTo>
                    <a:pt x="0" y="1527"/>
                  </a:lnTo>
                  <a:lnTo>
                    <a:pt x="785" y="0"/>
                  </a:lnTo>
                  <a:lnTo>
                    <a:pt x="785" y="207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69" name="Freeform 63"/>
            <p:cNvSpPr>
              <a:spLocks/>
            </p:cNvSpPr>
            <p:nvPr/>
          </p:nvSpPr>
          <p:spPr bwMode="auto">
            <a:xfrm>
              <a:off x="7862888" y="2851150"/>
              <a:ext cx="184150" cy="450850"/>
            </a:xfrm>
            <a:custGeom>
              <a:avLst/>
              <a:gdLst>
                <a:gd name="T0" fmla="*/ 0 w 810"/>
                <a:gd name="T1" fmla="*/ 783 h 1989"/>
                <a:gd name="T2" fmla="*/ 810 w 810"/>
                <a:gd name="T3" fmla="*/ 1989 h 1989"/>
                <a:gd name="T4" fmla="*/ 810 w 810"/>
                <a:gd name="T5" fmla="*/ 0 h 1989"/>
                <a:gd name="T6" fmla="*/ 0 w 810"/>
                <a:gd name="T7" fmla="*/ 783 h 1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0" h="1989">
                  <a:moveTo>
                    <a:pt x="0" y="783"/>
                  </a:moveTo>
                  <a:lnTo>
                    <a:pt x="810" y="1989"/>
                  </a:lnTo>
                  <a:lnTo>
                    <a:pt x="810" y="0"/>
                  </a:lnTo>
                  <a:lnTo>
                    <a:pt x="0" y="783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0" name="Freeform 64"/>
            <p:cNvSpPr>
              <a:spLocks/>
            </p:cNvSpPr>
            <p:nvPr/>
          </p:nvSpPr>
          <p:spPr bwMode="auto">
            <a:xfrm>
              <a:off x="7859713" y="3028950"/>
              <a:ext cx="187325" cy="341313"/>
            </a:xfrm>
            <a:custGeom>
              <a:avLst/>
              <a:gdLst>
                <a:gd name="T0" fmla="*/ 0 w 823"/>
                <a:gd name="T1" fmla="*/ 940 h 1507"/>
                <a:gd name="T2" fmla="*/ 823 w 823"/>
                <a:gd name="T3" fmla="*/ 1507 h 1507"/>
                <a:gd name="T4" fmla="*/ 823 w 823"/>
                <a:gd name="T5" fmla="*/ 1206 h 1507"/>
                <a:gd name="T6" fmla="*/ 13 w 823"/>
                <a:gd name="T7" fmla="*/ 0 h 1507"/>
                <a:gd name="T8" fmla="*/ 0 w 823"/>
                <a:gd name="T9" fmla="*/ 94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1507">
                  <a:moveTo>
                    <a:pt x="0" y="940"/>
                  </a:moveTo>
                  <a:lnTo>
                    <a:pt x="823" y="1507"/>
                  </a:lnTo>
                  <a:lnTo>
                    <a:pt x="823" y="1206"/>
                  </a:lnTo>
                  <a:lnTo>
                    <a:pt x="13" y="0"/>
                  </a:lnTo>
                  <a:lnTo>
                    <a:pt x="0" y="940"/>
                  </a:lnTo>
                  <a:close/>
                </a:path>
              </a:pathLst>
            </a:custGeom>
            <a:solidFill>
              <a:srgbClr val="174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1" name="Freeform 65"/>
            <p:cNvSpPr>
              <a:spLocks/>
            </p:cNvSpPr>
            <p:nvPr/>
          </p:nvSpPr>
          <p:spPr bwMode="auto">
            <a:xfrm>
              <a:off x="7859713" y="3241675"/>
              <a:ext cx="187325" cy="368300"/>
            </a:xfrm>
            <a:custGeom>
              <a:avLst/>
              <a:gdLst>
                <a:gd name="T0" fmla="*/ 5 w 828"/>
                <a:gd name="T1" fmla="*/ 0 h 1625"/>
                <a:gd name="T2" fmla="*/ 0 w 828"/>
                <a:gd name="T3" fmla="*/ 1625 h 1625"/>
                <a:gd name="T4" fmla="*/ 828 w 828"/>
                <a:gd name="T5" fmla="*/ 1074 h 1625"/>
                <a:gd name="T6" fmla="*/ 828 w 828"/>
                <a:gd name="T7" fmla="*/ 567 h 1625"/>
                <a:gd name="T8" fmla="*/ 5 w 828"/>
                <a:gd name="T9" fmla="*/ 0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8" h="1625">
                  <a:moveTo>
                    <a:pt x="5" y="0"/>
                  </a:moveTo>
                  <a:lnTo>
                    <a:pt x="0" y="1625"/>
                  </a:lnTo>
                  <a:lnTo>
                    <a:pt x="828" y="1074"/>
                  </a:lnTo>
                  <a:lnTo>
                    <a:pt x="828" y="56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2" name="Freeform 66"/>
            <p:cNvSpPr>
              <a:spLocks/>
            </p:cNvSpPr>
            <p:nvPr/>
          </p:nvSpPr>
          <p:spPr bwMode="auto">
            <a:xfrm>
              <a:off x="7859713" y="3486150"/>
              <a:ext cx="187325" cy="482600"/>
            </a:xfrm>
            <a:custGeom>
              <a:avLst/>
              <a:gdLst>
                <a:gd name="T0" fmla="*/ 0 w 828"/>
                <a:gd name="T1" fmla="*/ 551 h 2134"/>
                <a:gd name="T2" fmla="*/ 828 w 828"/>
                <a:gd name="T3" fmla="*/ 2134 h 2134"/>
                <a:gd name="T4" fmla="*/ 828 w 828"/>
                <a:gd name="T5" fmla="*/ 0 h 2134"/>
                <a:gd name="T6" fmla="*/ 0 w 828"/>
                <a:gd name="T7" fmla="*/ 551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8" h="2134">
                  <a:moveTo>
                    <a:pt x="0" y="551"/>
                  </a:moveTo>
                  <a:lnTo>
                    <a:pt x="828" y="2134"/>
                  </a:lnTo>
                  <a:lnTo>
                    <a:pt x="828" y="0"/>
                  </a:lnTo>
                  <a:lnTo>
                    <a:pt x="0" y="551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3" name="Freeform 67"/>
            <p:cNvSpPr>
              <a:spLocks/>
            </p:cNvSpPr>
            <p:nvPr/>
          </p:nvSpPr>
          <p:spPr bwMode="auto">
            <a:xfrm>
              <a:off x="7302501" y="3241675"/>
              <a:ext cx="557213" cy="368300"/>
            </a:xfrm>
            <a:custGeom>
              <a:avLst/>
              <a:gdLst>
                <a:gd name="T0" fmla="*/ 0 w 2458"/>
                <a:gd name="T1" fmla="*/ 555 h 1625"/>
                <a:gd name="T2" fmla="*/ 2453 w 2458"/>
                <a:gd name="T3" fmla="*/ 1625 h 1625"/>
                <a:gd name="T4" fmla="*/ 2458 w 2458"/>
                <a:gd name="T5" fmla="*/ 0 h 1625"/>
                <a:gd name="T6" fmla="*/ 0 w 2458"/>
                <a:gd name="T7" fmla="*/ 555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58" h="1625">
                  <a:moveTo>
                    <a:pt x="0" y="555"/>
                  </a:moveTo>
                  <a:lnTo>
                    <a:pt x="2453" y="1625"/>
                  </a:lnTo>
                  <a:lnTo>
                    <a:pt x="2458" y="0"/>
                  </a:lnTo>
                  <a:lnTo>
                    <a:pt x="0" y="55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4" name="Freeform 68"/>
            <p:cNvSpPr>
              <a:spLocks/>
            </p:cNvSpPr>
            <p:nvPr/>
          </p:nvSpPr>
          <p:spPr bwMode="auto">
            <a:xfrm>
              <a:off x="7302501" y="3367088"/>
              <a:ext cx="557213" cy="584200"/>
            </a:xfrm>
            <a:custGeom>
              <a:avLst/>
              <a:gdLst>
                <a:gd name="T0" fmla="*/ 0 w 2453"/>
                <a:gd name="T1" fmla="*/ 0 h 2575"/>
                <a:gd name="T2" fmla="*/ 421 w 2453"/>
                <a:gd name="T3" fmla="*/ 2575 h 2575"/>
                <a:gd name="T4" fmla="*/ 2453 w 2453"/>
                <a:gd name="T5" fmla="*/ 1070 h 2575"/>
                <a:gd name="T6" fmla="*/ 0 w 2453"/>
                <a:gd name="T7" fmla="*/ 0 h 2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53" h="2575">
                  <a:moveTo>
                    <a:pt x="0" y="0"/>
                  </a:moveTo>
                  <a:lnTo>
                    <a:pt x="421" y="2575"/>
                  </a:lnTo>
                  <a:lnTo>
                    <a:pt x="2453" y="1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5" name="Freeform 69"/>
            <p:cNvSpPr>
              <a:spLocks/>
            </p:cNvSpPr>
            <p:nvPr/>
          </p:nvSpPr>
          <p:spPr bwMode="auto">
            <a:xfrm>
              <a:off x="7397751" y="3609975"/>
              <a:ext cx="461963" cy="576263"/>
            </a:xfrm>
            <a:custGeom>
              <a:avLst/>
              <a:gdLst>
                <a:gd name="T0" fmla="*/ 0 w 2032"/>
                <a:gd name="T1" fmla="*/ 1505 h 2538"/>
                <a:gd name="T2" fmla="*/ 989 w 2032"/>
                <a:gd name="T3" fmla="*/ 2538 h 2538"/>
                <a:gd name="T4" fmla="*/ 2032 w 2032"/>
                <a:gd name="T5" fmla="*/ 0 h 2538"/>
                <a:gd name="T6" fmla="*/ 0 w 2032"/>
                <a:gd name="T7" fmla="*/ 1505 h 2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2" h="2538">
                  <a:moveTo>
                    <a:pt x="0" y="1505"/>
                  </a:moveTo>
                  <a:lnTo>
                    <a:pt x="989" y="2538"/>
                  </a:lnTo>
                  <a:lnTo>
                    <a:pt x="2032" y="0"/>
                  </a:lnTo>
                  <a:lnTo>
                    <a:pt x="0" y="1505"/>
                  </a:lnTo>
                  <a:close/>
                </a:path>
              </a:pathLst>
            </a:custGeom>
            <a:solidFill>
              <a:srgbClr val="1233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6" name="Freeform 70"/>
            <p:cNvSpPr>
              <a:spLocks/>
            </p:cNvSpPr>
            <p:nvPr/>
          </p:nvSpPr>
          <p:spPr bwMode="auto">
            <a:xfrm>
              <a:off x="7623176" y="3609975"/>
              <a:ext cx="423863" cy="576263"/>
            </a:xfrm>
            <a:custGeom>
              <a:avLst/>
              <a:gdLst>
                <a:gd name="T0" fmla="*/ 0 w 1871"/>
                <a:gd name="T1" fmla="*/ 2538 h 2538"/>
                <a:gd name="T2" fmla="*/ 1871 w 1871"/>
                <a:gd name="T3" fmla="*/ 1728 h 2538"/>
                <a:gd name="T4" fmla="*/ 1871 w 1871"/>
                <a:gd name="T5" fmla="*/ 1583 h 2538"/>
                <a:gd name="T6" fmla="*/ 1043 w 1871"/>
                <a:gd name="T7" fmla="*/ 0 h 2538"/>
                <a:gd name="T8" fmla="*/ 0 w 1871"/>
                <a:gd name="T9" fmla="*/ 2538 h 2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1" h="2538">
                  <a:moveTo>
                    <a:pt x="0" y="2538"/>
                  </a:moveTo>
                  <a:lnTo>
                    <a:pt x="1871" y="1728"/>
                  </a:lnTo>
                  <a:lnTo>
                    <a:pt x="1871" y="1583"/>
                  </a:lnTo>
                  <a:lnTo>
                    <a:pt x="1043" y="0"/>
                  </a:lnTo>
                  <a:lnTo>
                    <a:pt x="0" y="2538"/>
                  </a:lnTo>
                  <a:close/>
                </a:path>
              </a:pathLst>
            </a:custGeom>
            <a:solidFill>
              <a:srgbClr val="0F2C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7" name="Freeform 71"/>
            <p:cNvSpPr>
              <a:spLocks/>
            </p:cNvSpPr>
            <p:nvPr/>
          </p:nvSpPr>
          <p:spPr bwMode="auto">
            <a:xfrm>
              <a:off x="7623176" y="4002088"/>
              <a:ext cx="423863" cy="403225"/>
            </a:xfrm>
            <a:custGeom>
              <a:avLst/>
              <a:gdLst>
                <a:gd name="T0" fmla="*/ 0 w 1871"/>
                <a:gd name="T1" fmla="*/ 810 h 1778"/>
                <a:gd name="T2" fmla="*/ 817 w 1871"/>
                <a:gd name="T3" fmla="*/ 1778 h 1778"/>
                <a:gd name="T4" fmla="*/ 1871 w 1871"/>
                <a:gd name="T5" fmla="*/ 73 h 1778"/>
                <a:gd name="T6" fmla="*/ 1871 w 1871"/>
                <a:gd name="T7" fmla="*/ 0 h 1778"/>
                <a:gd name="T8" fmla="*/ 0 w 1871"/>
                <a:gd name="T9" fmla="*/ 810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1" h="1778">
                  <a:moveTo>
                    <a:pt x="0" y="810"/>
                  </a:moveTo>
                  <a:lnTo>
                    <a:pt x="817" y="1778"/>
                  </a:lnTo>
                  <a:lnTo>
                    <a:pt x="1871" y="73"/>
                  </a:lnTo>
                  <a:lnTo>
                    <a:pt x="1871" y="0"/>
                  </a:lnTo>
                  <a:lnTo>
                    <a:pt x="0" y="810"/>
                  </a:lnTo>
                  <a:close/>
                </a:path>
              </a:pathLst>
            </a:custGeom>
            <a:solidFill>
              <a:srgbClr val="0D2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8" name="Freeform 72"/>
            <p:cNvSpPr>
              <a:spLocks/>
            </p:cNvSpPr>
            <p:nvPr/>
          </p:nvSpPr>
          <p:spPr bwMode="auto">
            <a:xfrm>
              <a:off x="7807326" y="4019550"/>
              <a:ext cx="239713" cy="385763"/>
            </a:xfrm>
            <a:custGeom>
              <a:avLst/>
              <a:gdLst>
                <a:gd name="T0" fmla="*/ 0 w 1054"/>
                <a:gd name="T1" fmla="*/ 1705 h 1705"/>
                <a:gd name="T2" fmla="*/ 1054 w 1054"/>
                <a:gd name="T3" fmla="*/ 817 h 1705"/>
                <a:gd name="T4" fmla="*/ 1054 w 1054"/>
                <a:gd name="T5" fmla="*/ 0 h 1705"/>
                <a:gd name="T6" fmla="*/ 0 w 1054"/>
                <a:gd name="T7" fmla="*/ 1705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4" h="1705">
                  <a:moveTo>
                    <a:pt x="0" y="1705"/>
                  </a:moveTo>
                  <a:lnTo>
                    <a:pt x="1054" y="817"/>
                  </a:lnTo>
                  <a:lnTo>
                    <a:pt x="1054" y="0"/>
                  </a:lnTo>
                  <a:lnTo>
                    <a:pt x="0" y="1705"/>
                  </a:lnTo>
                  <a:close/>
                </a:path>
              </a:pathLst>
            </a:custGeom>
            <a:solidFill>
              <a:srgbClr val="0A1D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79" name="Freeform 73"/>
            <p:cNvSpPr>
              <a:spLocks/>
            </p:cNvSpPr>
            <p:nvPr/>
          </p:nvSpPr>
          <p:spPr bwMode="auto">
            <a:xfrm>
              <a:off x="7807326" y="4203700"/>
              <a:ext cx="239713" cy="444500"/>
            </a:xfrm>
            <a:custGeom>
              <a:avLst/>
              <a:gdLst>
                <a:gd name="T0" fmla="*/ 0 w 1054"/>
                <a:gd name="T1" fmla="*/ 888 h 1958"/>
                <a:gd name="T2" fmla="*/ 914 w 1054"/>
                <a:gd name="T3" fmla="*/ 1958 h 1958"/>
                <a:gd name="T4" fmla="*/ 1054 w 1054"/>
                <a:gd name="T5" fmla="*/ 1958 h 1958"/>
                <a:gd name="T6" fmla="*/ 1054 w 1054"/>
                <a:gd name="T7" fmla="*/ 0 h 1958"/>
                <a:gd name="T8" fmla="*/ 0 w 1054"/>
                <a:gd name="T9" fmla="*/ 888 h 1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4" h="1958">
                  <a:moveTo>
                    <a:pt x="0" y="888"/>
                  </a:moveTo>
                  <a:lnTo>
                    <a:pt x="914" y="1958"/>
                  </a:lnTo>
                  <a:lnTo>
                    <a:pt x="1054" y="1958"/>
                  </a:lnTo>
                  <a:lnTo>
                    <a:pt x="1054" y="0"/>
                  </a:lnTo>
                  <a:lnTo>
                    <a:pt x="0" y="888"/>
                  </a:lnTo>
                  <a:close/>
                </a:path>
              </a:pathLst>
            </a:custGeom>
            <a:solidFill>
              <a:srgbClr val="0614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0" name="Freeform 74"/>
            <p:cNvSpPr>
              <a:spLocks/>
            </p:cNvSpPr>
            <p:nvPr/>
          </p:nvSpPr>
          <p:spPr bwMode="auto">
            <a:xfrm>
              <a:off x="7107238" y="4391025"/>
              <a:ext cx="908050" cy="257175"/>
            </a:xfrm>
            <a:custGeom>
              <a:avLst/>
              <a:gdLst>
                <a:gd name="T0" fmla="*/ 2947 w 4001"/>
                <a:gd name="T1" fmla="*/ 1134 h 1134"/>
                <a:gd name="T2" fmla="*/ 0 w 4001"/>
                <a:gd name="T3" fmla="*/ 0 h 1134"/>
                <a:gd name="T4" fmla="*/ 3087 w 4001"/>
                <a:gd name="T5" fmla="*/ 64 h 1134"/>
                <a:gd name="T6" fmla="*/ 4001 w 4001"/>
                <a:gd name="T7" fmla="*/ 1134 h 1134"/>
                <a:gd name="T8" fmla="*/ 2947 w 4001"/>
                <a:gd name="T9" fmla="*/ 1134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1" h="1134">
                  <a:moveTo>
                    <a:pt x="2947" y="1134"/>
                  </a:moveTo>
                  <a:lnTo>
                    <a:pt x="0" y="0"/>
                  </a:lnTo>
                  <a:lnTo>
                    <a:pt x="3087" y="64"/>
                  </a:lnTo>
                  <a:lnTo>
                    <a:pt x="4001" y="1134"/>
                  </a:lnTo>
                  <a:lnTo>
                    <a:pt x="2947" y="1134"/>
                  </a:lnTo>
                  <a:close/>
                </a:path>
              </a:pathLst>
            </a:custGeom>
            <a:solidFill>
              <a:srgbClr val="091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1" name="Freeform 75"/>
            <p:cNvSpPr>
              <a:spLocks/>
            </p:cNvSpPr>
            <p:nvPr/>
          </p:nvSpPr>
          <p:spPr bwMode="auto">
            <a:xfrm>
              <a:off x="7107238" y="4186238"/>
              <a:ext cx="700088" cy="219075"/>
            </a:xfrm>
            <a:custGeom>
              <a:avLst/>
              <a:gdLst>
                <a:gd name="T0" fmla="*/ 2270 w 3087"/>
                <a:gd name="T1" fmla="*/ 0 h 968"/>
                <a:gd name="T2" fmla="*/ 0 w 3087"/>
                <a:gd name="T3" fmla="*/ 904 h 968"/>
                <a:gd name="T4" fmla="*/ 3087 w 3087"/>
                <a:gd name="T5" fmla="*/ 968 h 968"/>
                <a:gd name="T6" fmla="*/ 2270 w 3087"/>
                <a:gd name="T7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87" h="968">
                  <a:moveTo>
                    <a:pt x="2270" y="0"/>
                  </a:moveTo>
                  <a:lnTo>
                    <a:pt x="0" y="904"/>
                  </a:lnTo>
                  <a:lnTo>
                    <a:pt x="3087" y="968"/>
                  </a:lnTo>
                  <a:lnTo>
                    <a:pt x="2270" y="0"/>
                  </a:lnTo>
                  <a:close/>
                </a:path>
              </a:pathLst>
            </a:custGeom>
            <a:solidFill>
              <a:srgbClr val="0B2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2" name="Freeform 76"/>
            <p:cNvSpPr>
              <a:spLocks/>
            </p:cNvSpPr>
            <p:nvPr/>
          </p:nvSpPr>
          <p:spPr bwMode="auto">
            <a:xfrm>
              <a:off x="6448426" y="4391025"/>
              <a:ext cx="1327150" cy="257175"/>
            </a:xfrm>
            <a:custGeom>
              <a:avLst/>
              <a:gdLst>
                <a:gd name="T0" fmla="*/ 0 w 5858"/>
                <a:gd name="T1" fmla="*/ 1134 h 1134"/>
                <a:gd name="T2" fmla="*/ 2911 w 5858"/>
                <a:gd name="T3" fmla="*/ 0 h 1134"/>
                <a:gd name="T4" fmla="*/ 5858 w 5858"/>
                <a:gd name="T5" fmla="*/ 1134 h 1134"/>
                <a:gd name="T6" fmla="*/ 0 w 5858"/>
                <a:gd name="T7" fmla="*/ 1134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58" h="1134">
                  <a:moveTo>
                    <a:pt x="0" y="1134"/>
                  </a:moveTo>
                  <a:lnTo>
                    <a:pt x="2911" y="0"/>
                  </a:lnTo>
                  <a:lnTo>
                    <a:pt x="5858" y="1134"/>
                  </a:lnTo>
                  <a:lnTo>
                    <a:pt x="0" y="1134"/>
                  </a:lnTo>
                  <a:close/>
                </a:path>
              </a:pathLst>
            </a:custGeom>
            <a:solidFill>
              <a:srgbClr val="0A1D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3" name="Freeform 77"/>
            <p:cNvSpPr>
              <a:spLocks/>
            </p:cNvSpPr>
            <p:nvPr/>
          </p:nvSpPr>
          <p:spPr bwMode="auto">
            <a:xfrm>
              <a:off x="6961188" y="4391025"/>
              <a:ext cx="814388" cy="257175"/>
            </a:xfrm>
            <a:custGeom>
              <a:avLst/>
              <a:gdLst>
                <a:gd name="T0" fmla="*/ 645 w 3592"/>
                <a:gd name="T1" fmla="*/ 0 h 1134"/>
                <a:gd name="T2" fmla="*/ 0 w 3592"/>
                <a:gd name="T3" fmla="*/ 1134 h 1134"/>
                <a:gd name="T4" fmla="*/ 3592 w 3592"/>
                <a:gd name="T5" fmla="*/ 1134 h 1134"/>
                <a:gd name="T6" fmla="*/ 645 w 3592"/>
                <a:gd name="T7" fmla="*/ 0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2" h="1134">
                  <a:moveTo>
                    <a:pt x="645" y="0"/>
                  </a:moveTo>
                  <a:lnTo>
                    <a:pt x="0" y="1134"/>
                  </a:lnTo>
                  <a:lnTo>
                    <a:pt x="3592" y="1134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4" name="Freeform 78"/>
            <p:cNvSpPr>
              <a:spLocks/>
            </p:cNvSpPr>
            <p:nvPr/>
          </p:nvSpPr>
          <p:spPr bwMode="auto">
            <a:xfrm>
              <a:off x="7396163" y="3951288"/>
              <a:ext cx="227013" cy="325438"/>
            </a:xfrm>
            <a:custGeom>
              <a:avLst/>
              <a:gdLst>
                <a:gd name="T0" fmla="*/ 10 w 999"/>
                <a:gd name="T1" fmla="*/ 0 h 1431"/>
                <a:gd name="T2" fmla="*/ 0 w 999"/>
                <a:gd name="T3" fmla="*/ 1431 h 1431"/>
                <a:gd name="T4" fmla="*/ 999 w 999"/>
                <a:gd name="T5" fmla="*/ 1033 h 1431"/>
                <a:gd name="T6" fmla="*/ 10 w 999"/>
                <a:gd name="T7" fmla="*/ 0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9" h="1431">
                  <a:moveTo>
                    <a:pt x="10" y="0"/>
                  </a:moveTo>
                  <a:lnTo>
                    <a:pt x="0" y="1431"/>
                  </a:lnTo>
                  <a:lnTo>
                    <a:pt x="999" y="103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5" name="Freeform 79"/>
            <p:cNvSpPr>
              <a:spLocks/>
            </p:cNvSpPr>
            <p:nvPr/>
          </p:nvSpPr>
          <p:spPr bwMode="auto">
            <a:xfrm>
              <a:off x="6986588" y="3951288"/>
              <a:ext cx="411163" cy="325438"/>
            </a:xfrm>
            <a:custGeom>
              <a:avLst/>
              <a:gdLst>
                <a:gd name="T0" fmla="*/ 1819 w 1819"/>
                <a:gd name="T1" fmla="*/ 0 h 1431"/>
                <a:gd name="T2" fmla="*/ 0 w 1819"/>
                <a:gd name="T3" fmla="*/ 1130 h 1431"/>
                <a:gd name="T4" fmla="*/ 1809 w 1819"/>
                <a:gd name="T5" fmla="*/ 1431 h 1431"/>
                <a:gd name="T6" fmla="*/ 1819 w 1819"/>
                <a:gd name="T7" fmla="*/ 0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19" h="1431">
                  <a:moveTo>
                    <a:pt x="1819" y="0"/>
                  </a:moveTo>
                  <a:lnTo>
                    <a:pt x="0" y="1130"/>
                  </a:lnTo>
                  <a:lnTo>
                    <a:pt x="1809" y="1431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0E2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6" name="Freeform 80"/>
            <p:cNvSpPr>
              <a:spLocks/>
            </p:cNvSpPr>
            <p:nvPr/>
          </p:nvSpPr>
          <p:spPr bwMode="auto">
            <a:xfrm>
              <a:off x="6815138" y="4208463"/>
              <a:ext cx="581025" cy="296863"/>
            </a:xfrm>
            <a:custGeom>
              <a:avLst/>
              <a:gdLst>
                <a:gd name="T0" fmla="*/ 753 w 2562"/>
                <a:gd name="T1" fmla="*/ 0 h 1310"/>
                <a:gd name="T2" fmla="*/ 0 w 2562"/>
                <a:gd name="T3" fmla="*/ 1310 h 1310"/>
                <a:gd name="T4" fmla="*/ 2562 w 2562"/>
                <a:gd name="T5" fmla="*/ 301 h 1310"/>
                <a:gd name="T6" fmla="*/ 753 w 2562"/>
                <a:gd name="T7" fmla="*/ 0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2" h="1310">
                  <a:moveTo>
                    <a:pt x="753" y="0"/>
                  </a:moveTo>
                  <a:lnTo>
                    <a:pt x="0" y="1310"/>
                  </a:lnTo>
                  <a:lnTo>
                    <a:pt x="2562" y="30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7" name="Freeform 81"/>
            <p:cNvSpPr>
              <a:spLocks/>
            </p:cNvSpPr>
            <p:nvPr/>
          </p:nvSpPr>
          <p:spPr bwMode="auto">
            <a:xfrm>
              <a:off x="6548438" y="4208463"/>
              <a:ext cx="438150" cy="296863"/>
            </a:xfrm>
            <a:custGeom>
              <a:avLst/>
              <a:gdLst>
                <a:gd name="T0" fmla="*/ 1926 w 1926"/>
                <a:gd name="T1" fmla="*/ 0 h 1310"/>
                <a:gd name="T2" fmla="*/ 0 w 1926"/>
                <a:gd name="T3" fmla="*/ 667 h 1310"/>
                <a:gd name="T4" fmla="*/ 1173 w 1926"/>
                <a:gd name="T5" fmla="*/ 1310 h 1310"/>
                <a:gd name="T6" fmla="*/ 1926 w 1926"/>
                <a:gd name="T7" fmla="*/ 0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6" h="1310">
                  <a:moveTo>
                    <a:pt x="1926" y="0"/>
                  </a:moveTo>
                  <a:lnTo>
                    <a:pt x="0" y="667"/>
                  </a:lnTo>
                  <a:lnTo>
                    <a:pt x="1173" y="1310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0F2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8" name="Freeform 82"/>
            <p:cNvSpPr>
              <a:spLocks/>
            </p:cNvSpPr>
            <p:nvPr/>
          </p:nvSpPr>
          <p:spPr bwMode="auto">
            <a:xfrm>
              <a:off x="6242051" y="4359275"/>
              <a:ext cx="573088" cy="288925"/>
            </a:xfrm>
            <a:custGeom>
              <a:avLst/>
              <a:gdLst>
                <a:gd name="T0" fmla="*/ 0 w 2528"/>
                <a:gd name="T1" fmla="*/ 1274 h 1274"/>
                <a:gd name="T2" fmla="*/ 1355 w 2528"/>
                <a:gd name="T3" fmla="*/ 0 h 1274"/>
                <a:gd name="T4" fmla="*/ 2528 w 2528"/>
                <a:gd name="T5" fmla="*/ 643 h 1274"/>
                <a:gd name="T6" fmla="*/ 908 w 2528"/>
                <a:gd name="T7" fmla="*/ 1274 h 1274"/>
                <a:gd name="T8" fmla="*/ 0 w 2528"/>
                <a:gd name="T9" fmla="*/ 1274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8" h="1274">
                  <a:moveTo>
                    <a:pt x="0" y="1274"/>
                  </a:moveTo>
                  <a:lnTo>
                    <a:pt x="1355" y="0"/>
                  </a:lnTo>
                  <a:lnTo>
                    <a:pt x="2528" y="643"/>
                  </a:lnTo>
                  <a:lnTo>
                    <a:pt x="908" y="1274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89" name="Freeform 83"/>
            <p:cNvSpPr>
              <a:spLocks/>
            </p:cNvSpPr>
            <p:nvPr/>
          </p:nvSpPr>
          <p:spPr bwMode="auto">
            <a:xfrm>
              <a:off x="6548438" y="3803650"/>
              <a:ext cx="438150" cy="555625"/>
            </a:xfrm>
            <a:custGeom>
              <a:avLst/>
              <a:gdLst>
                <a:gd name="T0" fmla="*/ 0 w 1926"/>
                <a:gd name="T1" fmla="*/ 2453 h 2453"/>
                <a:gd name="T2" fmla="*/ 711 w 1926"/>
                <a:gd name="T3" fmla="*/ 0 h 2453"/>
                <a:gd name="T4" fmla="*/ 1926 w 1926"/>
                <a:gd name="T5" fmla="*/ 1786 h 2453"/>
                <a:gd name="T6" fmla="*/ 0 w 1926"/>
                <a:gd name="T7" fmla="*/ 2453 h 2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6" h="2453">
                  <a:moveTo>
                    <a:pt x="0" y="2453"/>
                  </a:moveTo>
                  <a:lnTo>
                    <a:pt x="711" y="0"/>
                  </a:lnTo>
                  <a:lnTo>
                    <a:pt x="1926" y="1786"/>
                  </a:lnTo>
                  <a:lnTo>
                    <a:pt x="0" y="2453"/>
                  </a:lnTo>
                  <a:close/>
                </a:path>
              </a:pathLst>
            </a:custGeom>
            <a:solidFill>
              <a:srgbClr val="133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0" name="Freeform 84"/>
            <p:cNvSpPr>
              <a:spLocks/>
            </p:cNvSpPr>
            <p:nvPr/>
          </p:nvSpPr>
          <p:spPr bwMode="auto">
            <a:xfrm>
              <a:off x="6986588" y="3619500"/>
              <a:ext cx="411163" cy="588963"/>
            </a:xfrm>
            <a:custGeom>
              <a:avLst/>
              <a:gdLst>
                <a:gd name="T0" fmla="*/ 1819 w 1819"/>
                <a:gd name="T1" fmla="*/ 1462 h 2592"/>
                <a:gd name="T2" fmla="*/ 527 w 1819"/>
                <a:gd name="T3" fmla="*/ 0 h 2592"/>
                <a:gd name="T4" fmla="*/ 0 w 1819"/>
                <a:gd name="T5" fmla="*/ 2592 h 2592"/>
                <a:gd name="T6" fmla="*/ 1819 w 1819"/>
                <a:gd name="T7" fmla="*/ 1462 h 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19" h="2592">
                  <a:moveTo>
                    <a:pt x="1819" y="1462"/>
                  </a:moveTo>
                  <a:lnTo>
                    <a:pt x="527" y="0"/>
                  </a:lnTo>
                  <a:lnTo>
                    <a:pt x="0" y="2592"/>
                  </a:lnTo>
                  <a:lnTo>
                    <a:pt x="1819" y="1462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1" name="Freeform 85"/>
            <p:cNvSpPr>
              <a:spLocks/>
            </p:cNvSpPr>
            <p:nvPr/>
          </p:nvSpPr>
          <p:spPr bwMode="auto">
            <a:xfrm>
              <a:off x="7105651" y="3367088"/>
              <a:ext cx="292100" cy="584200"/>
            </a:xfrm>
            <a:custGeom>
              <a:avLst/>
              <a:gdLst>
                <a:gd name="T0" fmla="*/ 871 w 1292"/>
                <a:gd name="T1" fmla="*/ 0 h 2575"/>
                <a:gd name="T2" fmla="*/ 0 w 1292"/>
                <a:gd name="T3" fmla="*/ 1113 h 2575"/>
                <a:gd name="T4" fmla="*/ 1292 w 1292"/>
                <a:gd name="T5" fmla="*/ 2575 h 2575"/>
                <a:gd name="T6" fmla="*/ 871 w 1292"/>
                <a:gd name="T7" fmla="*/ 0 h 2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2" h="2575">
                  <a:moveTo>
                    <a:pt x="871" y="0"/>
                  </a:moveTo>
                  <a:lnTo>
                    <a:pt x="0" y="1113"/>
                  </a:lnTo>
                  <a:lnTo>
                    <a:pt x="1292" y="2575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rgbClr val="143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2" name="Freeform 86"/>
            <p:cNvSpPr>
              <a:spLocks/>
            </p:cNvSpPr>
            <p:nvPr/>
          </p:nvSpPr>
          <p:spPr bwMode="auto">
            <a:xfrm>
              <a:off x="6992938" y="3367088"/>
              <a:ext cx="309563" cy="252413"/>
            </a:xfrm>
            <a:custGeom>
              <a:avLst/>
              <a:gdLst>
                <a:gd name="T0" fmla="*/ 499 w 1370"/>
                <a:gd name="T1" fmla="*/ 1113 h 1113"/>
                <a:gd name="T2" fmla="*/ 0 w 1370"/>
                <a:gd name="T3" fmla="*/ 175 h 1113"/>
                <a:gd name="T4" fmla="*/ 1370 w 1370"/>
                <a:gd name="T5" fmla="*/ 0 h 1113"/>
                <a:gd name="T6" fmla="*/ 499 w 1370"/>
                <a:gd name="T7" fmla="*/ 1113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0" h="1113">
                  <a:moveTo>
                    <a:pt x="499" y="1113"/>
                  </a:moveTo>
                  <a:lnTo>
                    <a:pt x="0" y="175"/>
                  </a:lnTo>
                  <a:lnTo>
                    <a:pt x="1370" y="0"/>
                  </a:lnTo>
                  <a:lnTo>
                    <a:pt x="499" y="1113"/>
                  </a:lnTo>
                  <a:close/>
                </a:path>
              </a:pathLst>
            </a:custGeom>
            <a:solidFill>
              <a:srgbClr val="1E54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3" name="Freeform 87"/>
            <p:cNvSpPr>
              <a:spLocks/>
            </p:cNvSpPr>
            <p:nvPr/>
          </p:nvSpPr>
          <p:spPr bwMode="auto">
            <a:xfrm>
              <a:off x="6659563" y="3406775"/>
              <a:ext cx="446088" cy="212725"/>
            </a:xfrm>
            <a:custGeom>
              <a:avLst/>
              <a:gdLst>
                <a:gd name="T0" fmla="*/ 0 w 1963"/>
                <a:gd name="T1" fmla="*/ 742 h 938"/>
                <a:gd name="T2" fmla="*/ 1963 w 1963"/>
                <a:gd name="T3" fmla="*/ 938 h 938"/>
                <a:gd name="T4" fmla="*/ 1464 w 1963"/>
                <a:gd name="T5" fmla="*/ 0 h 938"/>
                <a:gd name="T6" fmla="*/ 0 w 1963"/>
                <a:gd name="T7" fmla="*/ 742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63" h="938">
                  <a:moveTo>
                    <a:pt x="0" y="742"/>
                  </a:moveTo>
                  <a:lnTo>
                    <a:pt x="1963" y="938"/>
                  </a:lnTo>
                  <a:lnTo>
                    <a:pt x="1464" y="0"/>
                  </a:lnTo>
                  <a:lnTo>
                    <a:pt x="0" y="742"/>
                  </a:lnTo>
                  <a:close/>
                </a:path>
              </a:pathLst>
            </a:custGeom>
            <a:solidFill>
              <a:srgbClr val="153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4" name="Freeform 88"/>
            <p:cNvSpPr>
              <a:spLocks/>
            </p:cNvSpPr>
            <p:nvPr/>
          </p:nvSpPr>
          <p:spPr bwMode="auto">
            <a:xfrm>
              <a:off x="6659563" y="3575050"/>
              <a:ext cx="446088" cy="228600"/>
            </a:xfrm>
            <a:custGeom>
              <a:avLst/>
              <a:gdLst>
                <a:gd name="T0" fmla="*/ 0 w 1963"/>
                <a:gd name="T1" fmla="*/ 0 h 1002"/>
                <a:gd name="T2" fmla="*/ 221 w 1963"/>
                <a:gd name="T3" fmla="*/ 1002 h 1002"/>
                <a:gd name="T4" fmla="*/ 1963 w 1963"/>
                <a:gd name="T5" fmla="*/ 196 h 1002"/>
                <a:gd name="T6" fmla="*/ 0 w 1963"/>
                <a:gd name="T7" fmla="*/ 0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63" h="1002">
                  <a:moveTo>
                    <a:pt x="0" y="0"/>
                  </a:moveTo>
                  <a:lnTo>
                    <a:pt x="221" y="1002"/>
                  </a:lnTo>
                  <a:lnTo>
                    <a:pt x="1963" y="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5" name="Freeform 89"/>
            <p:cNvSpPr>
              <a:spLocks/>
            </p:cNvSpPr>
            <p:nvPr/>
          </p:nvSpPr>
          <p:spPr bwMode="auto">
            <a:xfrm>
              <a:off x="6710363" y="3619500"/>
              <a:ext cx="395288" cy="588963"/>
            </a:xfrm>
            <a:custGeom>
              <a:avLst/>
              <a:gdLst>
                <a:gd name="T0" fmla="*/ 1742 w 1742"/>
                <a:gd name="T1" fmla="*/ 0 h 2592"/>
                <a:gd name="T2" fmla="*/ 1215 w 1742"/>
                <a:gd name="T3" fmla="*/ 2592 h 2592"/>
                <a:gd name="T4" fmla="*/ 0 w 1742"/>
                <a:gd name="T5" fmla="*/ 806 h 2592"/>
                <a:gd name="T6" fmla="*/ 1742 w 1742"/>
                <a:gd name="T7" fmla="*/ 0 h 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42" h="2592">
                  <a:moveTo>
                    <a:pt x="1742" y="0"/>
                  </a:moveTo>
                  <a:lnTo>
                    <a:pt x="1215" y="2592"/>
                  </a:lnTo>
                  <a:lnTo>
                    <a:pt x="0" y="806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143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6" name="Freeform 90"/>
            <p:cNvSpPr>
              <a:spLocks/>
            </p:cNvSpPr>
            <p:nvPr/>
          </p:nvSpPr>
          <p:spPr bwMode="auto">
            <a:xfrm>
              <a:off x="6345238" y="3575050"/>
              <a:ext cx="365125" cy="228600"/>
            </a:xfrm>
            <a:custGeom>
              <a:avLst/>
              <a:gdLst>
                <a:gd name="T0" fmla="*/ 0 w 1608"/>
                <a:gd name="T1" fmla="*/ 172 h 1002"/>
                <a:gd name="T2" fmla="*/ 1608 w 1608"/>
                <a:gd name="T3" fmla="*/ 1002 h 1002"/>
                <a:gd name="T4" fmla="*/ 1387 w 1608"/>
                <a:gd name="T5" fmla="*/ 0 h 1002"/>
                <a:gd name="T6" fmla="*/ 0 w 1608"/>
                <a:gd name="T7" fmla="*/ 172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1002">
                  <a:moveTo>
                    <a:pt x="0" y="172"/>
                  </a:moveTo>
                  <a:lnTo>
                    <a:pt x="1608" y="1002"/>
                  </a:lnTo>
                  <a:lnTo>
                    <a:pt x="1387" y="0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7" name="Freeform 91"/>
            <p:cNvSpPr>
              <a:spLocks/>
            </p:cNvSpPr>
            <p:nvPr/>
          </p:nvSpPr>
          <p:spPr bwMode="auto">
            <a:xfrm>
              <a:off x="6269038" y="3614738"/>
              <a:ext cx="441325" cy="357188"/>
            </a:xfrm>
            <a:custGeom>
              <a:avLst/>
              <a:gdLst>
                <a:gd name="T0" fmla="*/ 340 w 1948"/>
                <a:gd name="T1" fmla="*/ 0 h 1573"/>
                <a:gd name="T2" fmla="*/ 0 w 1948"/>
                <a:gd name="T3" fmla="*/ 1573 h 1573"/>
                <a:gd name="T4" fmla="*/ 1948 w 1948"/>
                <a:gd name="T5" fmla="*/ 830 h 1573"/>
                <a:gd name="T6" fmla="*/ 340 w 1948"/>
                <a:gd name="T7" fmla="*/ 0 h 1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8" h="1573">
                  <a:moveTo>
                    <a:pt x="340" y="0"/>
                  </a:moveTo>
                  <a:lnTo>
                    <a:pt x="0" y="1573"/>
                  </a:lnTo>
                  <a:lnTo>
                    <a:pt x="1948" y="83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8" name="Freeform 92"/>
            <p:cNvSpPr>
              <a:spLocks/>
            </p:cNvSpPr>
            <p:nvPr/>
          </p:nvSpPr>
          <p:spPr bwMode="auto">
            <a:xfrm>
              <a:off x="6269038" y="3803650"/>
              <a:ext cx="441325" cy="555625"/>
            </a:xfrm>
            <a:custGeom>
              <a:avLst/>
              <a:gdLst>
                <a:gd name="T0" fmla="*/ 0 w 1948"/>
                <a:gd name="T1" fmla="*/ 743 h 2453"/>
                <a:gd name="T2" fmla="*/ 1237 w 1948"/>
                <a:gd name="T3" fmla="*/ 2453 h 2453"/>
                <a:gd name="T4" fmla="*/ 1948 w 1948"/>
                <a:gd name="T5" fmla="*/ 0 h 2453"/>
                <a:gd name="T6" fmla="*/ 0 w 1948"/>
                <a:gd name="T7" fmla="*/ 743 h 2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8" h="2453">
                  <a:moveTo>
                    <a:pt x="0" y="743"/>
                  </a:moveTo>
                  <a:lnTo>
                    <a:pt x="1237" y="2453"/>
                  </a:lnTo>
                  <a:lnTo>
                    <a:pt x="1948" y="0"/>
                  </a:lnTo>
                  <a:lnTo>
                    <a:pt x="0" y="743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99" name="Freeform 93"/>
            <p:cNvSpPr>
              <a:spLocks/>
            </p:cNvSpPr>
            <p:nvPr/>
          </p:nvSpPr>
          <p:spPr bwMode="auto">
            <a:xfrm>
              <a:off x="5926138" y="3614738"/>
              <a:ext cx="419100" cy="357188"/>
            </a:xfrm>
            <a:custGeom>
              <a:avLst/>
              <a:gdLst>
                <a:gd name="T0" fmla="*/ 1511 w 1851"/>
                <a:gd name="T1" fmla="*/ 1573 h 1573"/>
                <a:gd name="T2" fmla="*/ 0 w 1851"/>
                <a:gd name="T3" fmla="*/ 0 h 1573"/>
                <a:gd name="T4" fmla="*/ 1851 w 1851"/>
                <a:gd name="T5" fmla="*/ 0 h 1573"/>
                <a:gd name="T6" fmla="*/ 1511 w 1851"/>
                <a:gd name="T7" fmla="*/ 1573 h 1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1" h="1573">
                  <a:moveTo>
                    <a:pt x="1511" y="1573"/>
                  </a:moveTo>
                  <a:lnTo>
                    <a:pt x="0" y="0"/>
                  </a:lnTo>
                  <a:lnTo>
                    <a:pt x="1851" y="0"/>
                  </a:lnTo>
                  <a:lnTo>
                    <a:pt x="1511" y="1573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0" name="Freeform 94"/>
            <p:cNvSpPr>
              <a:spLocks/>
            </p:cNvSpPr>
            <p:nvPr/>
          </p:nvSpPr>
          <p:spPr bwMode="auto">
            <a:xfrm>
              <a:off x="6191251" y="3971925"/>
              <a:ext cx="357188" cy="387350"/>
            </a:xfrm>
            <a:custGeom>
              <a:avLst/>
              <a:gdLst>
                <a:gd name="T0" fmla="*/ 344 w 1581"/>
                <a:gd name="T1" fmla="*/ 0 h 1710"/>
                <a:gd name="T2" fmla="*/ 0 w 1581"/>
                <a:gd name="T3" fmla="*/ 1613 h 1710"/>
                <a:gd name="T4" fmla="*/ 1581 w 1581"/>
                <a:gd name="T5" fmla="*/ 1710 h 1710"/>
                <a:gd name="T6" fmla="*/ 344 w 1581"/>
                <a:gd name="T7" fmla="*/ 0 h 1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1" h="1710">
                  <a:moveTo>
                    <a:pt x="344" y="0"/>
                  </a:moveTo>
                  <a:lnTo>
                    <a:pt x="0" y="1613"/>
                  </a:lnTo>
                  <a:lnTo>
                    <a:pt x="1581" y="1710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0F2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1" name="Freeform 95"/>
            <p:cNvSpPr>
              <a:spLocks/>
            </p:cNvSpPr>
            <p:nvPr/>
          </p:nvSpPr>
          <p:spPr bwMode="auto">
            <a:xfrm>
              <a:off x="6124576" y="4337050"/>
              <a:ext cx="423863" cy="311150"/>
            </a:xfrm>
            <a:custGeom>
              <a:avLst/>
              <a:gdLst>
                <a:gd name="T0" fmla="*/ 289 w 1870"/>
                <a:gd name="T1" fmla="*/ 0 h 1371"/>
                <a:gd name="T2" fmla="*/ 0 w 1870"/>
                <a:gd name="T3" fmla="*/ 1371 h 1371"/>
                <a:gd name="T4" fmla="*/ 515 w 1870"/>
                <a:gd name="T5" fmla="*/ 1371 h 1371"/>
                <a:gd name="T6" fmla="*/ 1870 w 1870"/>
                <a:gd name="T7" fmla="*/ 97 h 1371"/>
                <a:gd name="T8" fmla="*/ 289 w 1870"/>
                <a:gd name="T9" fmla="*/ 0 h 1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0" h="1371">
                  <a:moveTo>
                    <a:pt x="289" y="0"/>
                  </a:moveTo>
                  <a:lnTo>
                    <a:pt x="0" y="1371"/>
                  </a:lnTo>
                  <a:lnTo>
                    <a:pt x="515" y="1371"/>
                  </a:lnTo>
                  <a:lnTo>
                    <a:pt x="1870" y="97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2" name="Freeform 96"/>
            <p:cNvSpPr>
              <a:spLocks/>
            </p:cNvSpPr>
            <p:nvPr/>
          </p:nvSpPr>
          <p:spPr bwMode="auto">
            <a:xfrm>
              <a:off x="5870576" y="4337050"/>
              <a:ext cx="320675" cy="311150"/>
            </a:xfrm>
            <a:custGeom>
              <a:avLst/>
              <a:gdLst>
                <a:gd name="T0" fmla="*/ 1410 w 1410"/>
                <a:gd name="T1" fmla="*/ 0 h 1371"/>
                <a:gd name="T2" fmla="*/ 0 w 1410"/>
                <a:gd name="T3" fmla="*/ 366 h 1371"/>
                <a:gd name="T4" fmla="*/ 621 w 1410"/>
                <a:gd name="T5" fmla="*/ 1371 h 1371"/>
                <a:gd name="T6" fmla="*/ 1121 w 1410"/>
                <a:gd name="T7" fmla="*/ 1371 h 1371"/>
                <a:gd name="T8" fmla="*/ 1410 w 1410"/>
                <a:gd name="T9" fmla="*/ 0 h 1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0" h="1371">
                  <a:moveTo>
                    <a:pt x="1410" y="0"/>
                  </a:moveTo>
                  <a:lnTo>
                    <a:pt x="0" y="366"/>
                  </a:lnTo>
                  <a:lnTo>
                    <a:pt x="621" y="1371"/>
                  </a:lnTo>
                  <a:lnTo>
                    <a:pt x="1121" y="1371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rgbClr val="0E2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3" name="Freeform 97"/>
            <p:cNvSpPr>
              <a:spLocks/>
            </p:cNvSpPr>
            <p:nvPr/>
          </p:nvSpPr>
          <p:spPr bwMode="auto">
            <a:xfrm>
              <a:off x="5365751" y="4419600"/>
              <a:ext cx="646113" cy="228600"/>
            </a:xfrm>
            <a:custGeom>
              <a:avLst/>
              <a:gdLst>
                <a:gd name="T0" fmla="*/ 2226 w 2847"/>
                <a:gd name="T1" fmla="*/ 0 h 1005"/>
                <a:gd name="T2" fmla="*/ 0 w 2847"/>
                <a:gd name="T3" fmla="*/ 484 h 1005"/>
                <a:gd name="T4" fmla="*/ 1491 w 2847"/>
                <a:gd name="T5" fmla="*/ 1005 h 1005"/>
                <a:gd name="T6" fmla="*/ 2847 w 2847"/>
                <a:gd name="T7" fmla="*/ 1005 h 1005"/>
                <a:gd name="T8" fmla="*/ 2226 w 2847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7" h="1005">
                  <a:moveTo>
                    <a:pt x="2226" y="0"/>
                  </a:moveTo>
                  <a:lnTo>
                    <a:pt x="0" y="484"/>
                  </a:lnTo>
                  <a:lnTo>
                    <a:pt x="1491" y="1005"/>
                  </a:lnTo>
                  <a:lnTo>
                    <a:pt x="2847" y="1005"/>
                  </a:lnTo>
                  <a:lnTo>
                    <a:pt x="2226" y="0"/>
                  </a:lnTo>
                  <a:close/>
                </a:path>
              </a:pathLst>
            </a:custGeom>
            <a:solidFill>
              <a:srgbClr val="0818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4" name="Freeform 98"/>
            <p:cNvSpPr>
              <a:spLocks/>
            </p:cNvSpPr>
            <p:nvPr/>
          </p:nvSpPr>
          <p:spPr bwMode="auto">
            <a:xfrm>
              <a:off x="5688013" y="3614738"/>
              <a:ext cx="581025" cy="357188"/>
            </a:xfrm>
            <a:custGeom>
              <a:avLst/>
              <a:gdLst>
                <a:gd name="T0" fmla="*/ 1049 w 2560"/>
                <a:gd name="T1" fmla="*/ 0 h 1573"/>
                <a:gd name="T2" fmla="*/ 0 w 2560"/>
                <a:gd name="T3" fmla="*/ 1036 h 1573"/>
                <a:gd name="T4" fmla="*/ 2560 w 2560"/>
                <a:gd name="T5" fmla="*/ 1573 h 1573"/>
                <a:gd name="T6" fmla="*/ 1049 w 2560"/>
                <a:gd name="T7" fmla="*/ 0 h 1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0" h="1573">
                  <a:moveTo>
                    <a:pt x="1049" y="0"/>
                  </a:moveTo>
                  <a:lnTo>
                    <a:pt x="0" y="1036"/>
                  </a:lnTo>
                  <a:lnTo>
                    <a:pt x="2560" y="1573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133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5" name="Freeform 99"/>
            <p:cNvSpPr>
              <a:spLocks/>
            </p:cNvSpPr>
            <p:nvPr/>
          </p:nvSpPr>
          <p:spPr bwMode="auto">
            <a:xfrm>
              <a:off x="5688013" y="3849688"/>
              <a:ext cx="581025" cy="569913"/>
            </a:xfrm>
            <a:custGeom>
              <a:avLst/>
              <a:gdLst>
                <a:gd name="T0" fmla="*/ 0 w 2560"/>
                <a:gd name="T1" fmla="*/ 0 h 2516"/>
                <a:gd name="T2" fmla="*/ 806 w 2560"/>
                <a:gd name="T3" fmla="*/ 2516 h 2516"/>
                <a:gd name="T4" fmla="*/ 2560 w 2560"/>
                <a:gd name="T5" fmla="*/ 537 h 2516"/>
                <a:gd name="T6" fmla="*/ 0 w 2560"/>
                <a:gd name="T7" fmla="*/ 0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0" h="2516">
                  <a:moveTo>
                    <a:pt x="0" y="0"/>
                  </a:moveTo>
                  <a:lnTo>
                    <a:pt x="806" y="2516"/>
                  </a:lnTo>
                  <a:lnTo>
                    <a:pt x="256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2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6" name="Freeform 100"/>
            <p:cNvSpPr>
              <a:spLocks/>
            </p:cNvSpPr>
            <p:nvPr/>
          </p:nvSpPr>
          <p:spPr bwMode="auto">
            <a:xfrm>
              <a:off x="5870576" y="3971925"/>
              <a:ext cx="396875" cy="447675"/>
            </a:xfrm>
            <a:custGeom>
              <a:avLst/>
              <a:gdLst>
                <a:gd name="T0" fmla="*/ 1410 w 1749"/>
                <a:gd name="T1" fmla="*/ 1614 h 1980"/>
                <a:gd name="T2" fmla="*/ 1749 w 1749"/>
                <a:gd name="T3" fmla="*/ 0 h 1980"/>
                <a:gd name="T4" fmla="*/ 0 w 1749"/>
                <a:gd name="T5" fmla="*/ 1980 h 1980"/>
                <a:gd name="T6" fmla="*/ 1410 w 1749"/>
                <a:gd name="T7" fmla="*/ 161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49" h="1980">
                  <a:moveTo>
                    <a:pt x="1410" y="1614"/>
                  </a:moveTo>
                  <a:lnTo>
                    <a:pt x="1749" y="0"/>
                  </a:lnTo>
                  <a:lnTo>
                    <a:pt x="0" y="1980"/>
                  </a:lnTo>
                  <a:lnTo>
                    <a:pt x="1410" y="1614"/>
                  </a:lnTo>
                  <a:close/>
                </a:path>
              </a:pathLst>
            </a:custGeom>
            <a:solidFill>
              <a:srgbClr val="0D2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7" name="Freeform 101"/>
            <p:cNvSpPr>
              <a:spLocks/>
            </p:cNvSpPr>
            <p:nvPr/>
          </p:nvSpPr>
          <p:spPr bwMode="auto">
            <a:xfrm>
              <a:off x="5461001" y="3849688"/>
              <a:ext cx="409575" cy="569913"/>
            </a:xfrm>
            <a:custGeom>
              <a:avLst/>
              <a:gdLst>
                <a:gd name="T0" fmla="*/ 1806 w 1806"/>
                <a:gd name="T1" fmla="*/ 2516 h 2516"/>
                <a:gd name="T2" fmla="*/ 0 w 1806"/>
                <a:gd name="T3" fmla="*/ 946 h 2516"/>
                <a:gd name="T4" fmla="*/ 1000 w 1806"/>
                <a:gd name="T5" fmla="*/ 0 h 2516"/>
                <a:gd name="T6" fmla="*/ 1806 w 1806"/>
                <a:gd name="T7" fmla="*/ 2516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6" h="2516">
                  <a:moveTo>
                    <a:pt x="1806" y="2516"/>
                  </a:moveTo>
                  <a:lnTo>
                    <a:pt x="0" y="946"/>
                  </a:lnTo>
                  <a:lnTo>
                    <a:pt x="1000" y="0"/>
                  </a:lnTo>
                  <a:lnTo>
                    <a:pt x="1806" y="2516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8" name="Freeform 102"/>
            <p:cNvSpPr>
              <a:spLocks/>
            </p:cNvSpPr>
            <p:nvPr/>
          </p:nvSpPr>
          <p:spPr bwMode="auto">
            <a:xfrm>
              <a:off x="5659438" y="3546475"/>
              <a:ext cx="266700" cy="303213"/>
            </a:xfrm>
            <a:custGeom>
              <a:avLst/>
              <a:gdLst>
                <a:gd name="T0" fmla="*/ 0 w 1172"/>
                <a:gd name="T1" fmla="*/ 0 h 1337"/>
                <a:gd name="T2" fmla="*/ 123 w 1172"/>
                <a:gd name="T3" fmla="*/ 1337 h 1337"/>
                <a:gd name="T4" fmla="*/ 1172 w 1172"/>
                <a:gd name="T5" fmla="*/ 301 h 1337"/>
                <a:gd name="T6" fmla="*/ 0 w 1172"/>
                <a:gd name="T7" fmla="*/ 0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72" h="1337">
                  <a:moveTo>
                    <a:pt x="0" y="0"/>
                  </a:moveTo>
                  <a:lnTo>
                    <a:pt x="123" y="1337"/>
                  </a:lnTo>
                  <a:lnTo>
                    <a:pt x="1172" y="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5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09" name="Freeform 103"/>
            <p:cNvSpPr>
              <a:spLocks/>
            </p:cNvSpPr>
            <p:nvPr/>
          </p:nvSpPr>
          <p:spPr bwMode="auto">
            <a:xfrm>
              <a:off x="5332413" y="3546475"/>
              <a:ext cx="355600" cy="303213"/>
            </a:xfrm>
            <a:custGeom>
              <a:avLst/>
              <a:gdLst>
                <a:gd name="T0" fmla="*/ 0 w 1565"/>
                <a:gd name="T1" fmla="*/ 129 h 1337"/>
                <a:gd name="T2" fmla="*/ 1565 w 1565"/>
                <a:gd name="T3" fmla="*/ 1337 h 1337"/>
                <a:gd name="T4" fmla="*/ 1442 w 1565"/>
                <a:gd name="T5" fmla="*/ 0 h 1337"/>
                <a:gd name="T6" fmla="*/ 0 w 1565"/>
                <a:gd name="T7" fmla="*/ 129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5" h="1337">
                  <a:moveTo>
                    <a:pt x="0" y="129"/>
                  </a:moveTo>
                  <a:lnTo>
                    <a:pt x="1565" y="1337"/>
                  </a:lnTo>
                  <a:lnTo>
                    <a:pt x="1442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0" name="Freeform 104"/>
            <p:cNvSpPr>
              <a:spLocks/>
            </p:cNvSpPr>
            <p:nvPr/>
          </p:nvSpPr>
          <p:spPr bwMode="auto">
            <a:xfrm>
              <a:off x="5127626" y="3114675"/>
              <a:ext cx="496888" cy="460375"/>
            </a:xfrm>
            <a:custGeom>
              <a:avLst/>
              <a:gdLst>
                <a:gd name="T0" fmla="*/ 908 w 2194"/>
                <a:gd name="T1" fmla="*/ 2030 h 2030"/>
                <a:gd name="T2" fmla="*/ 0 w 2194"/>
                <a:gd name="T3" fmla="*/ 0 h 2030"/>
                <a:gd name="T4" fmla="*/ 2194 w 2194"/>
                <a:gd name="T5" fmla="*/ 355 h 2030"/>
                <a:gd name="T6" fmla="*/ 908 w 2194"/>
                <a:gd name="T7" fmla="*/ 2030 h 2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4" h="2030">
                  <a:moveTo>
                    <a:pt x="908" y="2030"/>
                  </a:moveTo>
                  <a:lnTo>
                    <a:pt x="0" y="0"/>
                  </a:lnTo>
                  <a:lnTo>
                    <a:pt x="2194" y="355"/>
                  </a:lnTo>
                  <a:lnTo>
                    <a:pt x="908" y="2030"/>
                  </a:lnTo>
                  <a:close/>
                </a:path>
              </a:pathLst>
            </a:custGeom>
            <a:solidFill>
              <a:srgbClr val="1E54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1" name="Freeform 105"/>
            <p:cNvSpPr>
              <a:spLocks/>
            </p:cNvSpPr>
            <p:nvPr/>
          </p:nvSpPr>
          <p:spPr bwMode="auto">
            <a:xfrm>
              <a:off x="4870451" y="3114675"/>
              <a:ext cx="461963" cy="504825"/>
            </a:xfrm>
            <a:custGeom>
              <a:avLst/>
              <a:gdLst>
                <a:gd name="T0" fmla="*/ 2039 w 2039"/>
                <a:gd name="T1" fmla="*/ 2030 h 2226"/>
                <a:gd name="T2" fmla="*/ 0 w 2039"/>
                <a:gd name="T3" fmla="*/ 2226 h 2226"/>
                <a:gd name="T4" fmla="*/ 1131 w 2039"/>
                <a:gd name="T5" fmla="*/ 0 h 2226"/>
                <a:gd name="T6" fmla="*/ 2039 w 2039"/>
                <a:gd name="T7" fmla="*/ 2030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9" h="2226">
                  <a:moveTo>
                    <a:pt x="2039" y="2030"/>
                  </a:moveTo>
                  <a:lnTo>
                    <a:pt x="0" y="2226"/>
                  </a:lnTo>
                  <a:lnTo>
                    <a:pt x="1131" y="0"/>
                  </a:lnTo>
                  <a:lnTo>
                    <a:pt x="2039" y="2030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2" name="Freeform 106"/>
            <p:cNvSpPr>
              <a:spLocks/>
            </p:cNvSpPr>
            <p:nvPr/>
          </p:nvSpPr>
          <p:spPr bwMode="auto">
            <a:xfrm>
              <a:off x="5332413" y="3575050"/>
              <a:ext cx="355600" cy="488950"/>
            </a:xfrm>
            <a:custGeom>
              <a:avLst/>
              <a:gdLst>
                <a:gd name="T0" fmla="*/ 0 w 1565"/>
                <a:gd name="T1" fmla="*/ 0 h 2154"/>
                <a:gd name="T2" fmla="*/ 565 w 1565"/>
                <a:gd name="T3" fmla="*/ 2154 h 2154"/>
                <a:gd name="T4" fmla="*/ 1565 w 1565"/>
                <a:gd name="T5" fmla="*/ 1208 h 2154"/>
                <a:gd name="T6" fmla="*/ 0 w 1565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5" h="2154">
                  <a:moveTo>
                    <a:pt x="0" y="0"/>
                  </a:moveTo>
                  <a:lnTo>
                    <a:pt x="565" y="2154"/>
                  </a:lnTo>
                  <a:lnTo>
                    <a:pt x="1565" y="1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3" name="Freeform 107"/>
            <p:cNvSpPr>
              <a:spLocks/>
            </p:cNvSpPr>
            <p:nvPr/>
          </p:nvSpPr>
          <p:spPr bwMode="auto">
            <a:xfrm>
              <a:off x="4975226" y="3575050"/>
              <a:ext cx="485775" cy="488950"/>
            </a:xfrm>
            <a:custGeom>
              <a:avLst/>
              <a:gdLst>
                <a:gd name="T0" fmla="*/ 1576 w 2141"/>
                <a:gd name="T1" fmla="*/ 0 h 2154"/>
                <a:gd name="T2" fmla="*/ 0 w 2141"/>
                <a:gd name="T3" fmla="*/ 2089 h 2154"/>
                <a:gd name="T4" fmla="*/ 2141 w 2141"/>
                <a:gd name="T5" fmla="*/ 2154 h 2154"/>
                <a:gd name="T6" fmla="*/ 1576 w 2141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1" h="2154">
                  <a:moveTo>
                    <a:pt x="1576" y="0"/>
                  </a:moveTo>
                  <a:lnTo>
                    <a:pt x="0" y="2089"/>
                  </a:lnTo>
                  <a:lnTo>
                    <a:pt x="2141" y="2154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4" name="Freeform 108"/>
            <p:cNvSpPr>
              <a:spLocks/>
            </p:cNvSpPr>
            <p:nvPr/>
          </p:nvSpPr>
          <p:spPr bwMode="auto">
            <a:xfrm>
              <a:off x="4870451" y="3575050"/>
              <a:ext cx="461963" cy="474663"/>
            </a:xfrm>
            <a:custGeom>
              <a:avLst/>
              <a:gdLst>
                <a:gd name="T0" fmla="*/ 463 w 2039"/>
                <a:gd name="T1" fmla="*/ 2089 h 2089"/>
                <a:gd name="T2" fmla="*/ 0 w 2039"/>
                <a:gd name="T3" fmla="*/ 196 h 2089"/>
                <a:gd name="T4" fmla="*/ 2039 w 2039"/>
                <a:gd name="T5" fmla="*/ 0 h 2089"/>
                <a:gd name="T6" fmla="*/ 463 w 2039"/>
                <a:gd name="T7" fmla="*/ 2089 h 2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9" h="2089">
                  <a:moveTo>
                    <a:pt x="463" y="2089"/>
                  </a:moveTo>
                  <a:lnTo>
                    <a:pt x="0" y="196"/>
                  </a:lnTo>
                  <a:lnTo>
                    <a:pt x="2039" y="0"/>
                  </a:lnTo>
                  <a:lnTo>
                    <a:pt x="463" y="2089"/>
                  </a:lnTo>
                  <a:close/>
                </a:path>
              </a:pathLst>
            </a:custGeom>
            <a:solidFill>
              <a:srgbClr val="1946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5" name="Freeform 109"/>
            <p:cNvSpPr>
              <a:spLocks/>
            </p:cNvSpPr>
            <p:nvPr/>
          </p:nvSpPr>
          <p:spPr bwMode="auto">
            <a:xfrm>
              <a:off x="4975226" y="4049713"/>
              <a:ext cx="485775" cy="363538"/>
            </a:xfrm>
            <a:custGeom>
              <a:avLst/>
              <a:gdLst>
                <a:gd name="T0" fmla="*/ 0 w 2141"/>
                <a:gd name="T1" fmla="*/ 0 h 1602"/>
                <a:gd name="T2" fmla="*/ 408 w 2141"/>
                <a:gd name="T3" fmla="*/ 1602 h 1602"/>
                <a:gd name="T4" fmla="*/ 2141 w 2141"/>
                <a:gd name="T5" fmla="*/ 65 h 1602"/>
                <a:gd name="T6" fmla="*/ 0 w 2141"/>
                <a:gd name="T7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1" h="1602">
                  <a:moveTo>
                    <a:pt x="0" y="0"/>
                  </a:moveTo>
                  <a:lnTo>
                    <a:pt x="408" y="1602"/>
                  </a:lnTo>
                  <a:lnTo>
                    <a:pt x="214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6" name="Freeform 110"/>
            <p:cNvSpPr>
              <a:spLocks/>
            </p:cNvSpPr>
            <p:nvPr/>
          </p:nvSpPr>
          <p:spPr bwMode="auto">
            <a:xfrm>
              <a:off x="5068888" y="4064000"/>
              <a:ext cx="392113" cy="466725"/>
            </a:xfrm>
            <a:custGeom>
              <a:avLst/>
              <a:gdLst>
                <a:gd name="T0" fmla="*/ 0 w 1733"/>
                <a:gd name="T1" fmla="*/ 1537 h 2054"/>
                <a:gd name="T2" fmla="*/ 1313 w 1733"/>
                <a:gd name="T3" fmla="*/ 2054 h 2054"/>
                <a:gd name="T4" fmla="*/ 1733 w 1733"/>
                <a:gd name="T5" fmla="*/ 0 h 2054"/>
                <a:gd name="T6" fmla="*/ 0 w 1733"/>
                <a:gd name="T7" fmla="*/ 1537 h 2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3" h="2054">
                  <a:moveTo>
                    <a:pt x="0" y="1537"/>
                  </a:moveTo>
                  <a:lnTo>
                    <a:pt x="1313" y="2054"/>
                  </a:lnTo>
                  <a:lnTo>
                    <a:pt x="1733" y="0"/>
                  </a:lnTo>
                  <a:lnTo>
                    <a:pt x="0" y="1537"/>
                  </a:lnTo>
                  <a:close/>
                </a:path>
              </a:pathLst>
            </a:custGeom>
            <a:solidFill>
              <a:srgbClr val="102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7" name="Freeform 111"/>
            <p:cNvSpPr>
              <a:spLocks/>
            </p:cNvSpPr>
            <p:nvPr/>
          </p:nvSpPr>
          <p:spPr bwMode="auto">
            <a:xfrm>
              <a:off x="5365751" y="4064000"/>
              <a:ext cx="504825" cy="466725"/>
            </a:xfrm>
            <a:custGeom>
              <a:avLst/>
              <a:gdLst>
                <a:gd name="T0" fmla="*/ 0 w 2226"/>
                <a:gd name="T1" fmla="*/ 2054 h 2054"/>
                <a:gd name="T2" fmla="*/ 2226 w 2226"/>
                <a:gd name="T3" fmla="*/ 1570 h 2054"/>
                <a:gd name="T4" fmla="*/ 420 w 2226"/>
                <a:gd name="T5" fmla="*/ 0 h 2054"/>
                <a:gd name="T6" fmla="*/ 0 w 2226"/>
                <a:gd name="T7" fmla="*/ 2054 h 2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26" h="2054">
                  <a:moveTo>
                    <a:pt x="0" y="2054"/>
                  </a:moveTo>
                  <a:lnTo>
                    <a:pt x="2226" y="1570"/>
                  </a:lnTo>
                  <a:lnTo>
                    <a:pt x="420" y="0"/>
                  </a:lnTo>
                  <a:lnTo>
                    <a:pt x="0" y="2054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8" name="Freeform 112"/>
            <p:cNvSpPr>
              <a:spLocks/>
            </p:cNvSpPr>
            <p:nvPr/>
          </p:nvSpPr>
          <p:spPr bwMode="auto">
            <a:xfrm>
              <a:off x="4643438" y="4413250"/>
              <a:ext cx="1074738" cy="234950"/>
            </a:xfrm>
            <a:custGeom>
              <a:avLst/>
              <a:gdLst>
                <a:gd name="T0" fmla="*/ 1871 w 4735"/>
                <a:gd name="T1" fmla="*/ 0 h 1038"/>
                <a:gd name="T2" fmla="*/ 0 w 4735"/>
                <a:gd name="T3" fmla="*/ 614 h 1038"/>
                <a:gd name="T4" fmla="*/ 2641 w 4735"/>
                <a:gd name="T5" fmla="*/ 1038 h 1038"/>
                <a:gd name="T6" fmla="*/ 4735 w 4735"/>
                <a:gd name="T7" fmla="*/ 1038 h 1038"/>
                <a:gd name="T8" fmla="*/ 1871 w 4735"/>
                <a:gd name="T9" fmla="*/ 0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35" h="1038">
                  <a:moveTo>
                    <a:pt x="1871" y="0"/>
                  </a:moveTo>
                  <a:lnTo>
                    <a:pt x="0" y="614"/>
                  </a:lnTo>
                  <a:lnTo>
                    <a:pt x="2641" y="1038"/>
                  </a:lnTo>
                  <a:lnTo>
                    <a:pt x="4735" y="1038"/>
                  </a:lnTo>
                  <a:lnTo>
                    <a:pt x="1871" y="0"/>
                  </a:lnTo>
                  <a:close/>
                </a:path>
              </a:pathLst>
            </a:custGeom>
            <a:solidFill>
              <a:srgbClr val="0A1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19" name="Freeform 113"/>
            <p:cNvSpPr>
              <a:spLocks/>
            </p:cNvSpPr>
            <p:nvPr/>
          </p:nvSpPr>
          <p:spPr bwMode="auto">
            <a:xfrm>
              <a:off x="4403726" y="4551363"/>
              <a:ext cx="839788" cy="96838"/>
            </a:xfrm>
            <a:custGeom>
              <a:avLst/>
              <a:gdLst>
                <a:gd name="T0" fmla="*/ 0 w 3703"/>
                <a:gd name="T1" fmla="*/ 424 h 424"/>
                <a:gd name="T2" fmla="*/ 1062 w 3703"/>
                <a:gd name="T3" fmla="*/ 0 h 424"/>
                <a:gd name="T4" fmla="*/ 3703 w 3703"/>
                <a:gd name="T5" fmla="*/ 424 h 424"/>
                <a:gd name="T6" fmla="*/ 0 w 3703"/>
                <a:gd name="T7" fmla="*/ 424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03" h="424">
                  <a:moveTo>
                    <a:pt x="0" y="424"/>
                  </a:moveTo>
                  <a:lnTo>
                    <a:pt x="1062" y="0"/>
                  </a:lnTo>
                  <a:lnTo>
                    <a:pt x="3703" y="424"/>
                  </a:lnTo>
                  <a:lnTo>
                    <a:pt x="0" y="424"/>
                  </a:lnTo>
                  <a:close/>
                </a:path>
              </a:pathLst>
            </a:custGeom>
            <a:solidFill>
              <a:srgbClr val="0818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0" name="Freeform 114"/>
            <p:cNvSpPr>
              <a:spLocks/>
            </p:cNvSpPr>
            <p:nvPr/>
          </p:nvSpPr>
          <p:spPr bwMode="auto">
            <a:xfrm>
              <a:off x="4546601" y="4400550"/>
              <a:ext cx="522288" cy="150813"/>
            </a:xfrm>
            <a:custGeom>
              <a:avLst/>
              <a:gdLst>
                <a:gd name="T0" fmla="*/ 430 w 2301"/>
                <a:gd name="T1" fmla="*/ 667 h 667"/>
                <a:gd name="T2" fmla="*/ 0 w 2301"/>
                <a:gd name="T3" fmla="*/ 0 h 667"/>
                <a:gd name="T4" fmla="*/ 2301 w 2301"/>
                <a:gd name="T5" fmla="*/ 53 h 667"/>
                <a:gd name="T6" fmla="*/ 430 w 2301"/>
                <a:gd name="T7" fmla="*/ 66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1" h="667">
                  <a:moveTo>
                    <a:pt x="430" y="667"/>
                  </a:moveTo>
                  <a:lnTo>
                    <a:pt x="0" y="0"/>
                  </a:lnTo>
                  <a:lnTo>
                    <a:pt x="2301" y="53"/>
                  </a:lnTo>
                  <a:lnTo>
                    <a:pt x="430" y="667"/>
                  </a:lnTo>
                  <a:close/>
                </a:path>
              </a:pathLst>
            </a:custGeom>
            <a:solidFill>
              <a:srgbClr val="0717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1" name="Freeform 115"/>
            <p:cNvSpPr>
              <a:spLocks/>
            </p:cNvSpPr>
            <p:nvPr/>
          </p:nvSpPr>
          <p:spPr bwMode="auto">
            <a:xfrm>
              <a:off x="4233863" y="4400550"/>
              <a:ext cx="409575" cy="247650"/>
            </a:xfrm>
            <a:custGeom>
              <a:avLst/>
              <a:gdLst>
                <a:gd name="T0" fmla="*/ 1381 w 1811"/>
                <a:gd name="T1" fmla="*/ 0 h 1091"/>
                <a:gd name="T2" fmla="*/ 0 w 1811"/>
                <a:gd name="T3" fmla="*/ 1091 h 1091"/>
                <a:gd name="T4" fmla="*/ 749 w 1811"/>
                <a:gd name="T5" fmla="*/ 1091 h 1091"/>
                <a:gd name="T6" fmla="*/ 1811 w 1811"/>
                <a:gd name="T7" fmla="*/ 667 h 1091"/>
                <a:gd name="T8" fmla="*/ 1381 w 1811"/>
                <a:gd name="T9" fmla="*/ 0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1" h="1091">
                  <a:moveTo>
                    <a:pt x="1381" y="0"/>
                  </a:moveTo>
                  <a:lnTo>
                    <a:pt x="0" y="1091"/>
                  </a:lnTo>
                  <a:lnTo>
                    <a:pt x="749" y="1091"/>
                  </a:lnTo>
                  <a:lnTo>
                    <a:pt x="1811" y="66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2" name="Freeform 116"/>
            <p:cNvSpPr>
              <a:spLocks/>
            </p:cNvSpPr>
            <p:nvPr/>
          </p:nvSpPr>
          <p:spPr bwMode="auto">
            <a:xfrm>
              <a:off x="4546601" y="4049713"/>
              <a:ext cx="522288" cy="363538"/>
            </a:xfrm>
            <a:custGeom>
              <a:avLst/>
              <a:gdLst>
                <a:gd name="T0" fmla="*/ 1893 w 2301"/>
                <a:gd name="T1" fmla="*/ 0 h 1602"/>
                <a:gd name="T2" fmla="*/ 0 w 2301"/>
                <a:gd name="T3" fmla="*/ 1549 h 1602"/>
                <a:gd name="T4" fmla="*/ 2301 w 2301"/>
                <a:gd name="T5" fmla="*/ 1602 h 1602"/>
                <a:gd name="T6" fmla="*/ 1893 w 2301"/>
                <a:gd name="T7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1" h="1602">
                  <a:moveTo>
                    <a:pt x="1893" y="0"/>
                  </a:moveTo>
                  <a:lnTo>
                    <a:pt x="0" y="1549"/>
                  </a:lnTo>
                  <a:lnTo>
                    <a:pt x="2301" y="1602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0D2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3" name="Freeform 117"/>
            <p:cNvSpPr>
              <a:spLocks/>
            </p:cNvSpPr>
            <p:nvPr/>
          </p:nvSpPr>
          <p:spPr bwMode="auto">
            <a:xfrm>
              <a:off x="4394201" y="4049713"/>
              <a:ext cx="581025" cy="350838"/>
            </a:xfrm>
            <a:custGeom>
              <a:avLst/>
              <a:gdLst>
                <a:gd name="T0" fmla="*/ 2561 w 2561"/>
                <a:gd name="T1" fmla="*/ 0 h 1549"/>
                <a:gd name="T2" fmla="*/ 0 w 2561"/>
                <a:gd name="T3" fmla="*/ 172 h 1549"/>
                <a:gd name="T4" fmla="*/ 668 w 2561"/>
                <a:gd name="T5" fmla="*/ 1549 h 1549"/>
                <a:gd name="T6" fmla="*/ 2561 w 2561"/>
                <a:gd name="T7" fmla="*/ 0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1" h="1549">
                  <a:moveTo>
                    <a:pt x="2561" y="0"/>
                  </a:moveTo>
                  <a:lnTo>
                    <a:pt x="0" y="172"/>
                  </a:lnTo>
                  <a:lnTo>
                    <a:pt x="668" y="1549"/>
                  </a:lnTo>
                  <a:lnTo>
                    <a:pt x="2561" y="0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4" name="Freeform 118"/>
            <p:cNvSpPr>
              <a:spLocks/>
            </p:cNvSpPr>
            <p:nvPr/>
          </p:nvSpPr>
          <p:spPr bwMode="auto">
            <a:xfrm>
              <a:off x="4394201" y="3619500"/>
              <a:ext cx="581025" cy="468313"/>
            </a:xfrm>
            <a:custGeom>
              <a:avLst/>
              <a:gdLst>
                <a:gd name="T0" fmla="*/ 2561 w 2561"/>
                <a:gd name="T1" fmla="*/ 1893 h 2065"/>
                <a:gd name="T2" fmla="*/ 2098 w 2561"/>
                <a:gd name="T3" fmla="*/ 0 h 2065"/>
                <a:gd name="T4" fmla="*/ 0 w 2561"/>
                <a:gd name="T5" fmla="*/ 2065 h 2065"/>
                <a:gd name="T6" fmla="*/ 2561 w 2561"/>
                <a:gd name="T7" fmla="*/ 1893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1" h="2065">
                  <a:moveTo>
                    <a:pt x="2561" y="1893"/>
                  </a:moveTo>
                  <a:lnTo>
                    <a:pt x="2098" y="0"/>
                  </a:lnTo>
                  <a:lnTo>
                    <a:pt x="0" y="2065"/>
                  </a:lnTo>
                  <a:lnTo>
                    <a:pt x="2561" y="1893"/>
                  </a:lnTo>
                  <a:close/>
                </a:path>
              </a:pathLst>
            </a:custGeom>
            <a:solidFill>
              <a:srgbClr val="1740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5" name="Freeform 119"/>
            <p:cNvSpPr>
              <a:spLocks/>
            </p:cNvSpPr>
            <p:nvPr/>
          </p:nvSpPr>
          <p:spPr bwMode="auto">
            <a:xfrm>
              <a:off x="4656138" y="3114675"/>
              <a:ext cx="471488" cy="504825"/>
            </a:xfrm>
            <a:custGeom>
              <a:avLst/>
              <a:gdLst>
                <a:gd name="T0" fmla="*/ 0 w 2077"/>
                <a:gd name="T1" fmla="*/ 226 h 2226"/>
                <a:gd name="T2" fmla="*/ 946 w 2077"/>
                <a:gd name="T3" fmla="*/ 2226 h 2226"/>
                <a:gd name="T4" fmla="*/ 2077 w 2077"/>
                <a:gd name="T5" fmla="*/ 0 h 2226"/>
                <a:gd name="T6" fmla="*/ 0 w 2077"/>
                <a:gd name="T7" fmla="*/ 226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7" h="2226">
                  <a:moveTo>
                    <a:pt x="0" y="226"/>
                  </a:moveTo>
                  <a:lnTo>
                    <a:pt x="946" y="2226"/>
                  </a:lnTo>
                  <a:lnTo>
                    <a:pt x="2077" y="0"/>
                  </a:lnTo>
                  <a:lnTo>
                    <a:pt x="0" y="226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6" name="Freeform 120"/>
            <p:cNvSpPr>
              <a:spLocks/>
            </p:cNvSpPr>
            <p:nvPr/>
          </p:nvSpPr>
          <p:spPr bwMode="auto">
            <a:xfrm>
              <a:off x="4416426" y="3167063"/>
              <a:ext cx="454025" cy="452438"/>
            </a:xfrm>
            <a:custGeom>
              <a:avLst/>
              <a:gdLst>
                <a:gd name="T0" fmla="*/ 1055 w 2001"/>
                <a:gd name="T1" fmla="*/ 0 h 2000"/>
                <a:gd name="T2" fmla="*/ 0 w 2001"/>
                <a:gd name="T3" fmla="*/ 1473 h 2000"/>
                <a:gd name="T4" fmla="*/ 2001 w 2001"/>
                <a:gd name="T5" fmla="*/ 2000 h 2000"/>
                <a:gd name="T6" fmla="*/ 1055 w 2001"/>
                <a:gd name="T7" fmla="*/ 0 h 2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1" h="2000">
                  <a:moveTo>
                    <a:pt x="1055" y="0"/>
                  </a:moveTo>
                  <a:lnTo>
                    <a:pt x="0" y="1473"/>
                  </a:lnTo>
                  <a:lnTo>
                    <a:pt x="2001" y="2000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1B4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7" name="Freeform 121"/>
            <p:cNvSpPr>
              <a:spLocks/>
            </p:cNvSpPr>
            <p:nvPr/>
          </p:nvSpPr>
          <p:spPr bwMode="auto">
            <a:xfrm>
              <a:off x="4144963" y="3167063"/>
              <a:ext cx="511175" cy="333375"/>
            </a:xfrm>
            <a:custGeom>
              <a:avLst/>
              <a:gdLst>
                <a:gd name="T0" fmla="*/ 1199 w 2254"/>
                <a:gd name="T1" fmla="*/ 1473 h 1473"/>
                <a:gd name="T2" fmla="*/ 0 w 2254"/>
                <a:gd name="T3" fmla="*/ 1232 h 1473"/>
                <a:gd name="T4" fmla="*/ 0 w 2254"/>
                <a:gd name="T5" fmla="*/ 991 h 1473"/>
                <a:gd name="T6" fmla="*/ 2254 w 2254"/>
                <a:gd name="T7" fmla="*/ 0 h 1473"/>
                <a:gd name="T8" fmla="*/ 1199 w 2254"/>
                <a:gd name="T9" fmla="*/ 1473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4" h="1473">
                  <a:moveTo>
                    <a:pt x="1199" y="1473"/>
                  </a:moveTo>
                  <a:lnTo>
                    <a:pt x="0" y="1232"/>
                  </a:lnTo>
                  <a:lnTo>
                    <a:pt x="0" y="991"/>
                  </a:lnTo>
                  <a:lnTo>
                    <a:pt x="2254" y="0"/>
                  </a:lnTo>
                  <a:lnTo>
                    <a:pt x="1199" y="1473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8" name="Freeform 122"/>
            <p:cNvSpPr>
              <a:spLocks/>
            </p:cNvSpPr>
            <p:nvPr/>
          </p:nvSpPr>
          <p:spPr bwMode="auto">
            <a:xfrm>
              <a:off x="4284663" y="3500438"/>
              <a:ext cx="585788" cy="427038"/>
            </a:xfrm>
            <a:custGeom>
              <a:avLst/>
              <a:gdLst>
                <a:gd name="T0" fmla="*/ 581 w 2582"/>
                <a:gd name="T1" fmla="*/ 0 h 1883"/>
                <a:gd name="T2" fmla="*/ 0 w 2582"/>
                <a:gd name="T3" fmla="*/ 1883 h 1883"/>
                <a:gd name="T4" fmla="*/ 2582 w 2582"/>
                <a:gd name="T5" fmla="*/ 527 h 1883"/>
                <a:gd name="T6" fmla="*/ 581 w 2582"/>
                <a:gd name="T7" fmla="*/ 0 h 1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2" h="1883">
                  <a:moveTo>
                    <a:pt x="581" y="0"/>
                  </a:moveTo>
                  <a:lnTo>
                    <a:pt x="0" y="1883"/>
                  </a:lnTo>
                  <a:lnTo>
                    <a:pt x="2582" y="52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1B4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29" name="Freeform 123"/>
            <p:cNvSpPr>
              <a:spLocks/>
            </p:cNvSpPr>
            <p:nvPr/>
          </p:nvSpPr>
          <p:spPr bwMode="auto">
            <a:xfrm>
              <a:off x="4189413" y="3716338"/>
              <a:ext cx="204788" cy="593725"/>
            </a:xfrm>
            <a:custGeom>
              <a:avLst/>
              <a:gdLst>
                <a:gd name="T0" fmla="*/ 0 w 905"/>
                <a:gd name="T1" fmla="*/ 0 h 2621"/>
                <a:gd name="T2" fmla="*/ 443 w 905"/>
                <a:gd name="T3" fmla="*/ 2621 h 2621"/>
                <a:gd name="T4" fmla="*/ 905 w 905"/>
                <a:gd name="T5" fmla="*/ 1642 h 2621"/>
                <a:gd name="T6" fmla="*/ 0 w 905"/>
                <a:gd name="T7" fmla="*/ 0 h 2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5" h="2621">
                  <a:moveTo>
                    <a:pt x="0" y="0"/>
                  </a:moveTo>
                  <a:lnTo>
                    <a:pt x="443" y="2621"/>
                  </a:lnTo>
                  <a:lnTo>
                    <a:pt x="905" y="1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0" name="Freeform 124"/>
            <p:cNvSpPr>
              <a:spLocks/>
            </p:cNvSpPr>
            <p:nvPr/>
          </p:nvSpPr>
          <p:spPr bwMode="auto">
            <a:xfrm>
              <a:off x="4302126" y="3619500"/>
              <a:ext cx="568325" cy="468313"/>
            </a:xfrm>
            <a:custGeom>
              <a:avLst/>
              <a:gdLst>
                <a:gd name="T0" fmla="*/ 412 w 2510"/>
                <a:gd name="T1" fmla="*/ 2065 h 2065"/>
                <a:gd name="T2" fmla="*/ 2510 w 2510"/>
                <a:gd name="T3" fmla="*/ 0 h 2065"/>
                <a:gd name="T4" fmla="*/ 0 w 2510"/>
                <a:gd name="T5" fmla="*/ 1318 h 2065"/>
                <a:gd name="T6" fmla="*/ 412 w 2510"/>
                <a:gd name="T7" fmla="*/ 2065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0" h="2065">
                  <a:moveTo>
                    <a:pt x="412" y="2065"/>
                  </a:moveTo>
                  <a:lnTo>
                    <a:pt x="2510" y="0"/>
                  </a:lnTo>
                  <a:lnTo>
                    <a:pt x="0" y="1318"/>
                  </a:lnTo>
                  <a:lnTo>
                    <a:pt x="412" y="206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1" name="Freeform 125"/>
            <p:cNvSpPr>
              <a:spLocks/>
            </p:cNvSpPr>
            <p:nvPr/>
          </p:nvSpPr>
          <p:spPr bwMode="auto">
            <a:xfrm>
              <a:off x="4144963" y="4310063"/>
              <a:ext cx="401638" cy="338138"/>
            </a:xfrm>
            <a:custGeom>
              <a:avLst/>
              <a:gdLst>
                <a:gd name="T0" fmla="*/ 640 w 1770"/>
                <a:gd name="T1" fmla="*/ 0 h 1489"/>
                <a:gd name="T2" fmla="*/ 1770 w 1770"/>
                <a:gd name="T3" fmla="*/ 398 h 1489"/>
                <a:gd name="T4" fmla="*/ 389 w 1770"/>
                <a:gd name="T5" fmla="*/ 1489 h 1489"/>
                <a:gd name="T6" fmla="*/ 0 w 1770"/>
                <a:gd name="T7" fmla="*/ 1489 h 1489"/>
                <a:gd name="T8" fmla="*/ 0 w 1770"/>
                <a:gd name="T9" fmla="*/ 1319 h 1489"/>
                <a:gd name="T10" fmla="*/ 640 w 1770"/>
                <a:gd name="T11" fmla="*/ 0 h 1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0" h="1489">
                  <a:moveTo>
                    <a:pt x="640" y="0"/>
                  </a:moveTo>
                  <a:lnTo>
                    <a:pt x="1770" y="398"/>
                  </a:lnTo>
                  <a:lnTo>
                    <a:pt x="389" y="1489"/>
                  </a:lnTo>
                  <a:lnTo>
                    <a:pt x="0" y="1489"/>
                  </a:lnTo>
                  <a:lnTo>
                    <a:pt x="0" y="1319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0717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2" name="Freeform 126"/>
            <p:cNvSpPr>
              <a:spLocks/>
            </p:cNvSpPr>
            <p:nvPr/>
          </p:nvSpPr>
          <p:spPr bwMode="auto">
            <a:xfrm>
              <a:off x="4144963" y="3721100"/>
              <a:ext cx="144463" cy="889000"/>
            </a:xfrm>
            <a:custGeom>
              <a:avLst/>
              <a:gdLst>
                <a:gd name="T0" fmla="*/ 0 w 640"/>
                <a:gd name="T1" fmla="*/ 3916 h 3916"/>
                <a:gd name="T2" fmla="*/ 640 w 640"/>
                <a:gd name="T3" fmla="*/ 2597 h 3916"/>
                <a:gd name="T4" fmla="*/ 211 w 640"/>
                <a:gd name="T5" fmla="*/ 0 h 3916"/>
                <a:gd name="T6" fmla="*/ 0 w 640"/>
                <a:gd name="T7" fmla="*/ 922 h 3916"/>
                <a:gd name="T8" fmla="*/ 0 w 640"/>
                <a:gd name="T9" fmla="*/ 3916 h 3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0" h="3916">
                  <a:moveTo>
                    <a:pt x="0" y="3916"/>
                  </a:moveTo>
                  <a:lnTo>
                    <a:pt x="640" y="2597"/>
                  </a:lnTo>
                  <a:lnTo>
                    <a:pt x="211" y="0"/>
                  </a:lnTo>
                  <a:lnTo>
                    <a:pt x="0" y="922"/>
                  </a:lnTo>
                  <a:lnTo>
                    <a:pt x="0" y="3916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3" name="Freeform 127"/>
            <p:cNvSpPr>
              <a:spLocks/>
            </p:cNvSpPr>
            <p:nvPr/>
          </p:nvSpPr>
          <p:spPr bwMode="auto">
            <a:xfrm>
              <a:off x="4144963" y="3617913"/>
              <a:ext cx="47625" cy="312738"/>
            </a:xfrm>
            <a:custGeom>
              <a:avLst/>
              <a:gdLst>
                <a:gd name="T0" fmla="*/ 0 w 210"/>
                <a:gd name="T1" fmla="*/ 1381 h 1381"/>
                <a:gd name="T2" fmla="*/ 210 w 210"/>
                <a:gd name="T3" fmla="*/ 462 h 1381"/>
                <a:gd name="T4" fmla="*/ 0 w 210"/>
                <a:gd name="T5" fmla="*/ 0 h 1381"/>
                <a:gd name="T6" fmla="*/ 0 w 210"/>
                <a:gd name="T7" fmla="*/ 1381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" h="1381">
                  <a:moveTo>
                    <a:pt x="0" y="1381"/>
                  </a:moveTo>
                  <a:lnTo>
                    <a:pt x="210" y="462"/>
                  </a:lnTo>
                  <a:lnTo>
                    <a:pt x="0" y="0"/>
                  </a:lnTo>
                  <a:lnTo>
                    <a:pt x="0" y="1381"/>
                  </a:lnTo>
                  <a:close/>
                </a:path>
              </a:pathLst>
            </a:custGeom>
            <a:solidFill>
              <a:srgbClr val="0C2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4" name="Freeform 128"/>
            <p:cNvSpPr>
              <a:spLocks/>
            </p:cNvSpPr>
            <p:nvPr/>
          </p:nvSpPr>
          <p:spPr bwMode="auto">
            <a:xfrm>
              <a:off x="5029201" y="2209800"/>
              <a:ext cx="933450" cy="427038"/>
            </a:xfrm>
            <a:custGeom>
              <a:avLst/>
              <a:gdLst>
                <a:gd name="T0" fmla="*/ 0 w 4115"/>
                <a:gd name="T1" fmla="*/ 401 h 1885"/>
                <a:gd name="T2" fmla="*/ 2280 w 4115"/>
                <a:gd name="T3" fmla="*/ 1885 h 1885"/>
                <a:gd name="T4" fmla="*/ 4115 w 4115"/>
                <a:gd name="T5" fmla="*/ 0 h 1885"/>
                <a:gd name="T6" fmla="*/ 1901 w 4115"/>
                <a:gd name="T7" fmla="*/ 0 h 1885"/>
                <a:gd name="T8" fmla="*/ 0 w 4115"/>
                <a:gd name="T9" fmla="*/ 401 h 1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5" h="1885">
                  <a:moveTo>
                    <a:pt x="0" y="401"/>
                  </a:moveTo>
                  <a:lnTo>
                    <a:pt x="2280" y="1885"/>
                  </a:lnTo>
                  <a:lnTo>
                    <a:pt x="4115" y="0"/>
                  </a:lnTo>
                  <a:lnTo>
                    <a:pt x="1901" y="0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75A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5" name="Freeform 129"/>
            <p:cNvSpPr>
              <a:spLocks/>
            </p:cNvSpPr>
            <p:nvPr/>
          </p:nvSpPr>
          <p:spPr bwMode="auto">
            <a:xfrm>
              <a:off x="4429126" y="2411413"/>
              <a:ext cx="406400" cy="463550"/>
            </a:xfrm>
            <a:custGeom>
              <a:avLst/>
              <a:gdLst>
                <a:gd name="T0" fmla="*/ 1424 w 1793"/>
                <a:gd name="T1" fmla="*/ 0 h 2045"/>
                <a:gd name="T2" fmla="*/ 0 w 1793"/>
                <a:gd name="T3" fmla="*/ 567 h 2045"/>
                <a:gd name="T4" fmla="*/ 1793 w 1793"/>
                <a:gd name="T5" fmla="*/ 2045 h 2045"/>
                <a:gd name="T6" fmla="*/ 1424 w 1793"/>
                <a:gd name="T7" fmla="*/ 0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3" h="2045">
                  <a:moveTo>
                    <a:pt x="1424" y="0"/>
                  </a:moveTo>
                  <a:lnTo>
                    <a:pt x="0" y="567"/>
                  </a:lnTo>
                  <a:lnTo>
                    <a:pt x="1793" y="2045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558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  <p:sp>
          <p:nvSpPr>
            <p:cNvPr id="136" name="Freeform 130"/>
            <p:cNvSpPr>
              <a:spLocks/>
            </p:cNvSpPr>
            <p:nvPr/>
          </p:nvSpPr>
          <p:spPr bwMode="auto">
            <a:xfrm>
              <a:off x="4752976" y="2300288"/>
              <a:ext cx="457200" cy="436563"/>
            </a:xfrm>
            <a:custGeom>
              <a:avLst/>
              <a:gdLst>
                <a:gd name="T0" fmla="*/ 0 w 2018"/>
                <a:gd name="T1" fmla="*/ 487 h 1925"/>
                <a:gd name="T2" fmla="*/ 1222 w 2018"/>
                <a:gd name="T3" fmla="*/ 0 h 1925"/>
                <a:gd name="T4" fmla="*/ 2018 w 2018"/>
                <a:gd name="T5" fmla="*/ 1925 h 1925"/>
                <a:gd name="T6" fmla="*/ 0 w 2018"/>
                <a:gd name="T7" fmla="*/ 487 h 1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18" h="1925">
                  <a:moveTo>
                    <a:pt x="0" y="487"/>
                  </a:moveTo>
                  <a:lnTo>
                    <a:pt x="1222" y="0"/>
                  </a:lnTo>
                  <a:lnTo>
                    <a:pt x="2018" y="1925"/>
                  </a:lnTo>
                  <a:lnTo>
                    <a:pt x="0" y="487"/>
                  </a:lnTo>
                  <a:close/>
                </a:path>
              </a:pathLst>
            </a:custGeom>
            <a:solidFill>
              <a:srgbClr val="8CB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299"/>
            </a:p>
          </p:txBody>
        </p:sp>
      </p:grpSp>
      <p:sp>
        <p:nvSpPr>
          <p:cNvPr id="7" name="Rectangle 6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299"/>
          </a:p>
        </p:txBody>
      </p:sp>
      <p:sp>
        <p:nvSpPr>
          <p:cNvPr id="2" name="Rectangle 1"/>
          <p:cNvSpPr/>
          <p:nvPr userDrawn="1"/>
        </p:nvSpPr>
        <p:spPr>
          <a:xfrm>
            <a:off x="-17633" y="4464"/>
            <a:ext cx="12206458" cy="6853535"/>
          </a:xfrm>
          <a:prstGeom prst="rect">
            <a:avLst/>
          </a:prstGeom>
          <a:solidFill>
            <a:schemeClr val="tx1">
              <a:lumMod val="95000"/>
              <a:lumOff val="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191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 userDrawn="1"/>
        </p:nvGrpSpPr>
        <p:grpSpPr>
          <a:xfrm>
            <a:off x="1624335" y="1301630"/>
            <a:ext cx="2260277" cy="4444878"/>
            <a:chOff x="983432" y="329743"/>
            <a:chExt cx="2747755" cy="5403513"/>
          </a:xfrm>
        </p:grpSpPr>
        <p:grpSp>
          <p:nvGrpSpPr>
            <p:cNvPr id="69" name="Group 68"/>
            <p:cNvGrpSpPr/>
            <p:nvPr/>
          </p:nvGrpSpPr>
          <p:grpSpPr>
            <a:xfrm>
              <a:off x="983432" y="329743"/>
              <a:ext cx="2747755" cy="5403513"/>
              <a:chOff x="10007600" y="6019800"/>
              <a:chExt cx="3363917" cy="7113589"/>
            </a:xfrm>
          </p:grpSpPr>
          <p:sp>
            <p:nvSpPr>
              <p:cNvPr id="71" name="AutoShape 12"/>
              <p:cNvSpPr>
                <a:spLocks/>
              </p:cNvSpPr>
              <p:nvPr/>
            </p:nvSpPr>
            <p:spPr bwMode="auto">
              <a:xfrm>
                <a:off x="12496800" y="6019800"/>
                <a:ext cx="427038" cy="5715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599" y="0"/>
                    </a:lnTo>
                    <a:cubicBezTo>
                      <a:pt x="21599" y="0"/>
                      <a:pt x="21599" y="21600"/>
                      <a:pt x="21599" y="2160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2" name="AutoShape 13"/>
              <p:cNvSpPr>
                <a:spLocks/>
              </p:cNvSpPr>
              <p:nvPr/>
            </p:nvSpPr>
            <p:spPr bwMode="auto">
              <a:xfrm>
                <a:off x="10007600" y="7658100"/>
                <a:ext cx="44450" cy="2428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599" y="0"/>
                    </a:lnTo>
                    <a:cubicBezTo>
                      <a:pt x="21599" y="0"/>
                      <a:pt x="21599" y="21600"/>
                      <a:pt x="21599" y="2160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3" name="AutoShape 14"/>
              <p:cNvSpPr>
                <a:spLocks/>
              </p:cNvSpPr>
              <p:nvPr/>
            </p:nvSpPr>
            <p:spPr bwMode="auto">
              <a:xfrm>
                <a:off x="10007600" y="7366000"/>
                <a:ext cx="44450" cy="2428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599"/>
                    </a:moveTo>
                    <a:lnTo>
                      <a:pt x="0" y="21599"/>
                    </a:lnTo>
                    <a:lnTo>
                      <a:pt x="0" y="0"/>
                    </a:lnTo>
                    <a:lnTo>
                      <a:pt x="21599" y="0"/>
                    </a:lnTo>
                    <a:cubicBezTo>
                      <a:pt x="21599" y="0"/>
                      <a:pt x="21599" y="21599"/>
                      <a:pt x="21599" y="2159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4" name="AutoShape 15"/>
              <p:cNvSpPr>
                <a:spLocks/>
              </p:cNvSpPr>
              <p:nvPr/>
            </p:nvSpPr>
            <p:spPr bwMode="auto">
              <a:xfrm>
                <a:off x="10007600" y="7073900"/>
                <a:ext cx="44450" cy="2190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599"/>
                    </a:moveTo>
                    <a:lnTo>
                      <a:pt x="0" y="21599"/>
                    </a:lnTo>
                    <a:lnTo>
                      <a:pt x="0" y="0"/>
                    </a:lnTo>
                    <a:lnTo>
                      <a:pt x="21599" y="0"/>
                    </a:lnTo>
                    <a:cubicBezTo>
                      <a:pt x="21599" y="0"/>
                      <a:pt x="21599" y="21599"/>
                      <a:pt x="21599" y="2159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5" name="AutoShape 16"/>
              <p:cNvSpPr>
                <a:spLocks/>
              </p:cNvSpPr>
              <p:nvPr/>
            </p:nvSpPr>
            <p:spPr bwMode="auto">
              <a:xfrm>
                <a:off x="10058403" y="6070600"/>
                <a:ext cx="3313114" cy="706278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20267"/>
                    </a:moveTo>
                    <a:cubicBezTo>
                      <a:pt x="21600" y="20922"/>
                      <a:pt x="21126" y="21599"/>
                      <a:pt x="18834" y="21599"/>
                    </a:cubicBezTo>
                    <a:lnTo>
                      <a:pt x="3537" y="21599"/>
                    </a:lnTo>
                    <a:cubicBezTo>
                      <a:pt x="1644" y="21599"/>
                      <a:pt x="0" y="21272"/>
                      <a:pt x="0" y="20220"/>
                    </a:cubicBezTo>
                    <a:lnTo>
                      <a:pt x="0" y="1402"/>
                    </a:lnTo>
                    <a:cubicBezTo>
                      <a:pt x="0" y="514"/>
                      <a:pt x="1843" y="0"/>
                      <a:pt x="3438" y="0"/>
                    </a:cubicBezTo>
                    <a:lnTo>
                      <a:pt x="18286" y="0"/>
                    </a:lnTo>
                    <a:cubicBezTo>
                      <a:pt x="20130" y="0"/>
                      <a:pt x="21600" y="467"/>
                      <a:pt x="21600" y="1355"/>
                    </a:cubicBezTo>
                    <a:cubicBezTo>
                      <a:pt x="21600" y="1355"/>
                      <a:pt x="21600" y="20267"/>
                      <a:pt x="21600" y="20267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38100" cap="flat" cmpd="sng">
                <a:solidFill>
                  <a:schemeClr val="bg1">
                    <a:lumMod val="75000"/>
                  </a:schemeClr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6" name="AutoShape 18"/>
              <p:cNvSpPr>
                <a:spLocks/>
              </p:cNvSpPr>
              <p:nvPr/>
            </p:nvSpPr>
            <p:spPr bwMode="auto">
              <a:xfrm>
                <a:off x="11455400" y="12382500"/>
                <a:ext cx="542925" cy="542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799"/>
                    </a:moveTo>
                    <a:cubicBezTo>
                      <a:pt x="21600" y="16763"/>
                      <a:pt x="16764" y="21599"/>
                      <a:pt x="10799" y="21599"/>
                    </a:cubicBezTo>
                    <a:cubicBezTo>
                      <a:pt x="4834" y="21599"/>
                      <a:pt x="0" y="16763"/>
                      <a:pt x="0" y="10799"/>
                    </a:cubicBezTo>
                    <a:cubicBezTo>
                      <a:pt x="0" y="4835"/>
                      <a:pt x="4834" y="0"/>
                      <a:pt x="10799" y="0"/>
                    </a:cubicBezTo>
                    <a:cubicBezTo>
                      <a:pt x="16764" y="0"/>
                      <a:pt x="21600" y="4835"/>
                      <a:pt x="21600" y="10799"/>
                    </a:cubicBezTo>
                    <a:close/>
                  </a:path>
                </a:pathLst>
              </a:custGeom>
              <a:solidFill>
                <a:srgbClr val="48484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7" name="AutoShape 19"/>
              <p:cNvSpPr>
                <a:spLocks/>
              </p:cNvSpPr>
              <p:nvPr/>
            </p:nvSpPr>
            <p:spPr bwMode="auto">
              <a:xfrm>
                <a:off x="11442700" y="12649200"/>
                <a:ext cx="552450" cy="27146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cubicBezTo>
                      <a:pt x="21600" y="11928"/>
                      <a:pt x="16671" y="21600"/>
                      <a:pt x="10806" y="21600"/>
                    </a:cubicBezTo>
                    <a:cubicBezTo>
                      <a:pt x="4942" y="21600"/>
                      <a:pt x="0" y="11928"/>
                      <a:pt x="0" y="0"/>
                    </a:cubicBezTo>
                    <a:cubicBezTo>
                      <a:pt x="9268" y="7540"/>
                      <a:pt x="13298" y="7288"/>
                      <a:pt x="21600" y="0"/>
                    </a:cubicBezTo>
                    <a:close/>
                  </a:path>
                </a:pathLst>
              </a:custGeom>
              <a:solidFill>
                <a:srgbClr val="232323">
                  <a:alpha val="29999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78" name="AutoShape 20"/>
              <p:cNvSpPr>
                <a:spLocks/>
              </p:cNvSpPr>
              <p:nvPr/>
            </p:nvSpPr>
            <p:spPr bwMode="auto">
              <a:xfrm>
                <a:off x="11633200" y="12585700"/>
                <a:ext cx="176213" cy="17621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599"/>
                    </a:moveTo>
                    <a:lnTo>
                      <a:pt x="0" y="21599"/>
                    </a:lnTo>
                    <a:lnTo>
                      <a:pt x="0" y="0"/>
                    </a:lnTo>
                    <a:lnTo>
                      <a:pt x="21599" y="0"/>
                    </a:lnTo>
                    <a:cubicBezTo>
                      <a:pt x="21599" y="0"/>
                      <a:pt x="21599" y="21599"/>
                      <a:pt x="21599" y="21599"/>
                    </a:cubicBezTo>
                    <a:close/>
                  </a:path>
                </a:pathLst>
              </a:custGeom>
              <a:noFill/>
              <a:ln w="12700" cap="flat" cmpd="sng">
                <a:solidFill>
                  <a:srgbClr val="929292"/>
                </a:solidFill>
                <a:prstDash val="solid"/>
                <a:miter lim="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79" name="AutoShape 21"/>
              <p:cNvSpPr>
                <a:spLocks/>
              </p:cNvSpPr>
              <p:nvPr/>
            </p:nvSpPr>
            <p:spPr bwMode="auto">
              <a:xfrm>
                <a:off x="11684000" y="6350000"/>
                <a:ext cx="79375" cy="793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10798"/>
                    </a:moveTo>
                    <a:cubicBezTo>
                      <a:pt x="21599" y="16761"/>
                      <a:pt x="16768" y="21599"/>
                      <a:pt x="10801" y="21599"/>
                    </a:cubicBezTo>
                    <a:cubicBezTo>
                      <a:pt x="4835" y="21599"/>
                      <a:pt x="0" y="16761"/>
                      <a:pt x="0" y="10798"/>
                    </a:cubicBezTo>
                    <a:cubicBezTo>
                      <a:pt x="0" y="4835"/>
                      <a:pt x="4835" y="0"/>
                      <a:pt x="10801" y="0"/>
                    </a:cubicBezTo>
                    <a:cubicBezTo>
                      <a:pt x="16768" y="0"/>
                      <a:pt x="21599" y="4835"/>
                      <a:pt x="21599" y="10798"/>
                    </a:cubicBezTo>
                    <a:close/>
                  </a:path>
                </a:pathLst>
              </a:custGeom>
              <a:solidFill>
                <a:srgbClr val="232323"/>
              </a:solidFill>
              <a:ln w="12700" cap="flat" cmpd="sng">
                <a:solidFill>
                  <a:srgbClr val="232323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0" name="AutoShape 22"/>
              <p:cNvSpPr>
                <a:spLocks/>
              </p:cNvSpPr>
              <p:nvPr/>
            </p:nvSpPr>
            <p:spPr bwMode="auto">
              <a:xfrm>
                <a:off x="11417300" y="6616700"/>
                <a:ext cx="595313" cy="1031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2"/>
                    </a:moveTo>
                    <a:cubicBezTo>
                      <a:pt x="21600" y="16757"/>
                      <a:pt x="20762" y="21600"/>
                      <a:pt x="19730" y="21600"/>
                    </a:cubicBezTo>
                    <a:lnTo>
                      <a:pt x="1869" y="21600"/>
                    </a:lnTo>
                    <a:cubicBezTo>
                      <a:pt x="836" y="21600"/>
                      <a:pt x="0" y="16757"/>
                      <a:pt x="0" y="10802"/>
                    </a:cubicBezTo>
                    <a:cubicBezTo>
                      <a:pt x="0" y="4842"/>
                      <a:pt x="836" y="0"/>
                      <a:pt x="1869" y="0"/>
                    </a:cubicBezTo>
                    <a:lnTo>
                      <a:pt x="19730" y="0"/>
                    </a:lnTo>
                    <a:cubicBezTo>
                      <a:pt x="20762" y="0"/>
                      <a:pt x="21600" y="4842"/>
                      <a:pt x="21600" y="10802"/>
                    </a:cubicBezTo>
                    <a:cubicBezTo>
                      <a:pt x="21600" y="10802"/>
                      <a:pt x="21600" y="10802"/>
                      <a:pt x="21600" y="10802"/>
                    </a:cubicBezTo>
                    <a:close/>
                  </a:path>
                </a:pathLst>
              </a:custGeom>
              <a:solidFill>
                <a:srgbClr val="232323"/>
              </a:solidFill>
              <a:ln w="12700" cap="flat" cmpd="sng">
                <a:solidFill>
                  <a:srgbClr val="232323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1" name="AutoShape 17"/>
              <p:cNvSpPr>
                <a:spLocks/>
              </p:cNvSpPr>
              <p:nvPr/>
            </p:nvSpPr>
            <p:spPr bwMode="auto">
              <a:xfrm>
                <a:off x="10070492" y="6070600"/>
                <a:ext cx="3298826" cy="704532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0254"/>
                    </a:moveTo>
                    <a:cubicBezTo>
                      <a:pt x="21599" y="20909"/>
                      <a:pt x="21187" y="21600"/>
                      <a:pt x="18888" y="21600"/>
                    </a:cubicBezTo>
                    <a:lnTo>
                      <a:pt x="3547" y="21600"/>
                    </a:lnTo>
                    <a:cubicBezTo>
                      <a:pt x="1648" y="21600"/>
                      <a:pt x="0" y="21272"/>
                      <a:pt x="0" y="20220"/>
                    </a:cubicBezTo>
                    <a:lnTo>
                      <a:pt x="0" y="1402"/>
                    </a:lnTo>
                    <a:cubicBezTo>
                      <a:pt x="0" y="514"/>
                      <a:pt x="1848" y="0"/>
                      <a:pt x="3447" y="0"/>
                    </a:cubicBezTo>
                    <a:lnTo>
                      <a:pt x="6821" y="0"/>
                    </a:lnTo>
                    <a:cubicBezTo>
                      <a:pt x="6821" y="0"/>
                      <a:pt x="21599" y="20254"/>
                      <a:pt x="21599" y="20254"/>
                    </a:cubicBezTo>
                    <a:close/>
                  </a:path>
                </a:pathLst>
              </a:custGeom>
              <a:solidFill>
                <a:srgbClr val="424242">
                  <a:alpha val="23000"/>
                </a:srgbClr>
              </a:solidFill>
              <a:ln>
                <a:noFill/>
              </a:ln>
              <a:effectLst/>
              <a:extLst/>
            </p:spPr>
            <p:txBody>
              <a:bodyPr lIns="38100" tIns="38100" rIns="38100" bIns="38100" anchor="ctr"/>
              <a:lstStyle>
                <a:lvl1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1pPr>
                <a:lvl2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2pPr>
                <a:lvl3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3pPr>
                <a:lvl4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4pPr>
                <a:lvl5pPr defTabSz="457200"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5pPr>
                <a:lvl6pPr marL="18288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6pPr>
                <a:lvl7pPr marL="22860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7pPr>
                <a:lvl8pPr marL="27432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8pPr>
                <a:lvl9pPr marL="3200400" algn="ctr" defTabSz="457200" fontAlgn="base" hangingPunct="0">
                  <a:spcBef>
                    <a:spcPct val="0"/>
                  </a:spcBef>
                  <a:spcAft>
                    <a:spcPct val="0"/>
                  </a:spcAft>
                  <a:defRPr sz="5600">
                    <a:solidFill>
                      <a:srgbClr val="000000"/>
                    </a:solidFill>
                    <a:latin typeface="Gill Sans" charset="0"/>
                    <a:ea typeface="Gill Sans" charset="0"/>
                    <a:cs typeface="Gill Sans" charset="0"/>
                    <a:sym typeface="Gill Sans" charset="0"/>
                  </a:defRPr>
                </a:lvl9pPr>
              </a:lstStyle>
              <a:p>
                <a:pPr algn="ctr" eaLnBrk="1">
                  <a:defRPr/>
                </a:pPr>
                <a:endParaRPr lang="en-US" sz="300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sp>
          <p:nvSpPr>
            <p:cNvPr id="70" name="Rectangle 69"/>
            <p:cNvSpPr/>
            <p:nvPr/>
          </p:nvSpPr>
          <p:spPr>
            <a:xfrm>
              <a:off x="1161051" y="956363"/>
              <a:ext cx="2448272" cy="389100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1" name="Text Placeholder 17"/>
          <p:cNvSpPr>
            <a:spLocks noGrp="1"/>
          </p:cNvSpPr>
          <p:nvPr>
            <p:ph type="body" sz="quarter" idx="36" hasCustomPrompt="1"/>
          </p:nvPr>
        </p:nvSpPr>
        <p:spPr>
          <a:xfrm>
            <a:off x="7884423" y="2497707"/>
            <a:ext cx="2515825" cy="721552"/>
          </a:xfr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1700"/>
              </a:lnSpc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id-ID" dirty="0" smtClean="0"/>
              <a:t>Click to edit Master text  styles lorem ipsum dolor sit amet aleh pue h om alah hai meutuwah ka abeh cara pen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8411560" y="2046263"/>
            <a:ext cx="1887115" cy="303488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7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id-ID" dirty="0" smtClean="0"/>
              <a:t>Info Portofolio</a:t>
            </a:r>
          </a:p>
        </p:txBody>
      </p:sp>
      <p:sp>
        <p:nvSpPr>
          <p:cNvPr id="20" name="Shape 1716"/>
          <p:cNvSpPr/>
          <p:nvPr/>
        </p:nvSpPr>
        <p:spPr>
          <a:xfrm>
            <a:off x="6821145" y="2030691"/>
            <a:ext cx="346256" cy="34634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22" name="Shape 1934"/>
          <p:cNvSpPr/>
          <p:nvPr/>
        </p:nvSpPr>
        <p:spPr>
          <a:xfrm>
            <a:off x="6911448" y="2071028"/>
            <a:ext cx="287938" cy="302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3656" tIns="43656" rIns="43656" bIns="43656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25" name="Shape 1716"/>
          <p:cNvSpPr/>
          <p:nvPr/>
        </p:nvSpPr>
        <p:spPr>
          <a:xfrm>
            <a:off x="6821145" y="3520887"/>
            <a:ext cx="346256" cy="34634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26" name="Shape 1934"/>
          <p:cNvSpPr/>
          <p:nvPr/>
        </p:nvSpPr>
        <p:spPr>
          <a:xfrm>
            <a:off x="6911448" y="3561224"/>
            <a:ext cx="287938" cy="302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3656" tIns="43656" rIns="43656" bIns="43656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28" name="Shape 1716"/>
          <p:cNvSpPr/>
          <p:nvPr userDrawn="1"/>
        </p:nvSpPr>
        <p:spPr>
          <a:xfrm>
            <a:off x="7884423" y="2030691"/>
            <a:ext cx="346256" cy="34634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29" name="Shape 1934"/>
          <p:cNvSpPr/>
          <p:nvPr userDrawn="1"/>
        </p:nvSpPr>
        <p:spPr>
          <a:xfrm>
            <a:off x="7974726" y="2071028"/>
            <a:ext cx="287938" cy="302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3656" tIns="43656" rIns="43656" bIns="43656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31" name="Shape 1716"/>
          <p:cNvSpPr/>
          <p:nvPr/>
        </p:nvSpPr>
        <p:spPr>
          <a:xfrm>
            <a:off x="7884423" y="3520887"/>
            <a:ext cx="346256" cy="34634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32" name="Shape 1934"/>
          <p:cNvSpPr/>
          <p:nvPr/>
        </p:nvSpPr>
        <p:spPr>
          <a:xfrm>
            <a:off x="7974726" y="3561224"/>
            <a:ext cx="287938" cy="302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3656" tIns="43656" rIns="43656" bIns="43656" numCol="1" anchor="ctr">
            <a:no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/>
          </a:p>
        </p:txBody>
      </p:sp>
      <p:sp>
        <p:nvSpPr>
          <p:cNvPr id="47" name="Picture Placeholder 6"/>
          <p:cNvSpPr>
            <a:spLocks noGrp="1"/>
          </p:cNvSpPr>
          <p:nvPr userDrawn="1">
            <p:ph type="pic" sz="quarter" idx="27"/>
          </p:nvPr>
        </p:nvSpPr>
        <p:spPr>
          <a:xfrm>
            <a:off x="1749652" y="1844318"/>
            <a:ext cx="2012163" cy="3162558"/>
          </a:xfrm>
          <a:prstGeom prst="rect">
            <a:avLst/>
          </a:prstGeom>
          <a:noFill/>
          <a:ln w="6350">
            <a:noFill/>
          </a:ln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46" name="Text Placeholder 17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4695016" y="2497707"/>
            <a:ext cx="2472386" cy="721552"/>
          </a:xfrm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ts val="1700"/>
              </a:lnSpc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id-ID" dirty="0" smtClean="0"/>
              <a:t>Click to edit Master text  styles lorem ipsum dolor sit amet aleh pue h om alah hai meutuwah ka</a:t>
            </a:r>
          </a:p>
        </p:txBody>
      </p:sp>
      <p:sp>
        <p:nvSpPr>
          <p:cNvPr id="48" name="Text Placeholder 17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4895767" y="2031023"/>
            <a:ext cx="1674911" cy="303488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id-ID" dirty="0" smtClean="0"/>
              <a:t>Info Portofolio</a:t>
            </a:r>
          </a:p>
        </p:txBody>
      </p:sp>
      <p:sp>
        <p:nvSpPr>
          <p:cNvPr id="49" name="Text Placeholder 17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4695016" y="4067721"/>
            <a:ext cx="2472386" cy="721552"/>
          </a:xfrm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ts val="1700"/>
              </a:lnSpc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id-ID" dirty="0" smtClean="0"/>
              <a:t>Click to edit Master text  styles lorem ipsum dolor sit amet aleh pue h om alah hai meutuwah ka</a:t>
            </a:r>
          </a:p>
        </p:txBody>
      </p:sp>
      <p:sp>
        <p:nvSpPr>
          <p:cNvPr id="50" name="Text Placeholder 17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895767" y="3547697"/>
            <a:ext cx="1674911" cy="303488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id-ID" dirty="0" smtClean="0"/>
              <a:t>Info Portofolio</a:t>
            </a:r>
          </a:p>
        </p:txBody>
      </p:sp>
      <p:sp>
        <p:nvSpPr>
          <p:cNvPr id="51" name="Text Placeholder 17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7884423" y="4079048"/>
            <a:ext cx="2515825" cy="721552"/>
          </a:xfr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1700"/>
              </a:lnSpc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id-ID" dirty="0" smtClean="0"/>
              <a:t>Click to edit Master text  styles lorem ipsum dolor sit amet aleh pue h om alah hai meutuwah ka abeh cara pen</a:t>
            </a:r>
          </a:p>
        </p:txBody>
      </p:sp>
      <p:sp>
        <p:nvSpPr>
          <p:cNvPr id="52" name="Text Placeholder 17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8411560" y="3559024"/>
            <a:ext cx="1887115" cy="303488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7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id-ID" dirty="0" smtClean="0"/>
              <a:t>Info Portofolio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587" y="5017789"/>
            <a:ext cx="12192000" cy="18402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19027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/>
      <p:bldP spid="4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5220836" y="2322444"/>
            <a:ext cx="1779390" cy="2930829"/>
          </a:xfrm>
          <a:prstGeom prst="rect">
            <a:avLst/>
          </a:prstGeom>
        </p:spPr>
        <p:txBody>
          <a:bodyPr/>
          <a:lstStyle>
            <a:lvl1pPr>
              <a:defRPr sz="1799"/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251964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894012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hone-white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899028" y="1905000"/>
            <a:ext cx="2031471" cy="401955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4524860" y="2343151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524860" y="2724151"/>
            <a:ext cx="5264578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46" name="Shape 682"/>
          <p:cNvSpPr/>
          <p:nvPr/>
        </p:nvSpPr>
        <p:spPr>
          <a:xfrm>
            <a:off x="4527858" y="4386621"/>
            <a:ext cx="455687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7" extrusionOk="0">
                <a:moveTo>
                  <a:pt x="7908" y="205"/>
                </a:moveTo>
                <a:cubicBezTo>
                  <a:pt x="13264" y="-897"/>
                  <a:pt x="18499" y="2552"/>
                  <a:pt x="19601" y="7908"/>
                </a:cubicBezTo>
                <a:cubicBezTo>
                  <a:pt x="20703" y="13265"/>
                  <a:pt x="17255" y="18500"/>
                  <a:pt x="11899" y="19602"/>
                </a:cubicBezTo>
                <a:cubicBezTo>
                  <a:pt x="6545" y="20703"/>
                  <a:pt x="1313" y="17258"/>
                  <a:pt x="207" y="11907"/>
                </a:cubicBezTo>
                <a:cubicBezTo>
                  <a:pt x="207" y="11904"/>
                  <a:pt x="206" y="11901"/>
                  <a:pt x="206" y="11899"/>
                </a:cubicBezTo>
                <a:cubicBezTo>
                  <a:pt x="-897" y="6543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47" name="Shape 683"/>
          <p:cNvSpPr/>
          <p:nvPr/>
        </p:nvSpPr>
        <p:spPr>
          <a:xfrm>
            <a:off x="4673466" y="4531958"/>
            <a:ext cx="139079" cy="1565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49" y="14400"/>
                </a:moveTo>
                <a:lnTo>
                  <a:pt x="1079" y="14400"/>
                </a:lnTo>
                <a:cubicBezTo>
                  <a:pt x="333" y="14400"/>
                  <a:pt x="0" y="14938"/>
                  <a:pt x="0" y="15599"/>
                </a:cubicBezTo>
                <a:lnTo>
                  <a:pt x="0" y="21600"/>
                </a:lnTo>
                <a:lnTo>
                  <a:pt x="5400" y="21600"/>
                </a:lnTo>
                <a:lnTo>
                  <a:pt x="5400" y="15599"/>
                </a:lnTo>
                <a:cubicBezTo>
                  <a:pt x="5400" y="14938"/>
                  <a:pt x="4796" y="14400"/>
                  <a:pt x="4049" y="14400"/>
                </a:cubicBezTo>
                <a:close/>
                <a:moveTo>
                  <a:pt x="12150" y="7200"/>
                </a:moveTo>
                <a:lnTo>
                  <a:pt x="9180" y="7200"/>
                </a:lnTo>
                <a:cubicBezTo>
                  <a:pt x="8434" y="7200"/>
                  <a:pt x="8099" y="7738"/>
                  <a:pt x="8099" y="8401"/>
                </a:cubicBezTo>
                <a:lnTo>
                  <a:pt x="8099" y="21600"/>
                </a:lnTo>
                <a:lnTo>
                  <a:pt x="13499" y="21600"/>
                </a:lnTo>
                <a:lnTo>
                  <a:pt x="13499" y="8401"/>
                </a:lnTo>
                <a:cubicBezTo>
                  <a:pt x="13499" y="7738"/>
                  <a:pt x="12895" y="7200"/>
                  <a:pt x="12150" y="7200"/>
                </a:cubicBezTo>
                <a:close/>
                <a:moveTo>
                  <a:pt x="20251" y="0"/>
                </a:moveTo>
                <a:lnTo>
                  <a:pt x="17281" y="0"/>
                </a:lnTo>
                <a:cubicBezTo>
                  <a:pt x="16534" y="0"/>
                  <a:pt x="16200" y="538"/>
                  <a:pt x="16200" y="1201"/>
                </a:cubicBezTo>
                <a:lnTo>
                  <a:pt x="16200" y="21600"/>
                </a:lnTo>
                <a:lnTo>
                  <a:pt x="21600" y="21600"/>
                </a:lnTo>
                <a:lnTo>
                  <a:pt x="21600" y="1201"/>
                </a:lnTo>
                <a:cubicBezTo>
                  <a:pt x="21600" y="538"/>
                  <a:pt x="20995" y="0"/>
                  <a:pt x="20251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49" name="Shape 685"/>
          <p:cNvSpPr/>
          <p:nvPr userDrawn="1"/>
        </p:nvSpPr>
        <p:spPr>
          <a:xfrm>
            <a:off x="7569985" y="4386620"/>
            <a:ext cx="45570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6" extrusionOk="0">
                <a:moveTo>
                  <a:pt x="7908" y="205"/>
                </a:moveTo>
                <a:cubicBezTo>
                  <a:pt x="13264" y="-897"/>
                  <a:pt x="18500" y="2551"/>
                  <a:pt x="19602" y="7907"/>
                </a:cubicBezTo>
                <a:cubicBezTo>
                  <a:pt x="20703" y="13264"/>
                  <a:pt x="17254" y="18499"/>
                  <a:pt x="11899" y="19601"/>
                </a:cubicBezTo>
                <a:cubicBezTo>
                  <a:pt x="6545" y="20703"/>
                  <a:pt x="1312" y="17258"/>
                  <a:pt x="207" y="11907"/>
                </a:cubicBezTo>
                <a:cubicBezTo>
                  <a:pt x="206" y="11904"/>
                  <a:pt x="206" y="11901"/>
                  <a:pt x="205" y="11898"/>
                </a:cubicBezTo>
                <a:cubicBezTo>
                  <a:pt x="-897" y="6542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0" name="Shape 686"/>
          <p:cNvSpPr/>
          <p:nvPr userDrawn="1"/>
        </p:nvSpPr>
        <p:spPr>
          <a:xfrm>
            <a:off x="7699883" y="4539435"/>
            <a:ext cx="195906" cy="1567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43" y="10800"/>
                </a:moveTo>
                <a:cubicBezTo>
                  <a:pt x="17065" y="10800"/>
                  <a:pt x="16800" y="11898"/>
                  <a:pt x="16709" y="12419"/>
                </a:cubicBezTo>
                <a:cubicBezTo>
                  <a:pt x="16115" y="15817"/>
                  <a:pt x="13696" y="18359"/>
                  <a:pt x="10800" y="18359"/>
                </a:cubicBezTo>
                <a:cubicBezTo>
                  <a:pt x="9130" y="18359"/>
                  <a:pt x="7618" y="17514"/>
                  <a:pt x="6524" y="16146"/>
                </a:cubicBezTo>
                <a:cubicBezTo>
                  <a:pt x="6018" y="15513"/>
                  <a:pt x="5198" y="15513"/>
                  <a:pt x="4691" y="16146"/>
                </a:cubicBezTo>
                <a:cubicBezTo>
                  <a:pt x="4185" y="16779"/>
                  <a:pt x="4185" y="17804"/>
                  <a:pt x="4691" y="18437"/>
                </a:cubicBezTo>
                <a:cubicBezTo>
                  <a:pt x="6255" y="20391"/>
                  <a:pt x="8415" y="21600"/>
                  <a:pt x="10800" y="21600"/>
                </a:cubicBezTo>
                <a:cubicBezTo>
                  <a:pt x="14669" y="21600"/>
                  <a:pt x="17943" y="18421"/>
                  <a:pt x="19043" y="14039"/>
                </a:cubicBezTo>
                <a:lnTo>
                  <a:pt x="21600" y="14039"/>
                </a:lnTo>
                <a:lnTo>
                  <a:pt x="21600" y="10800"/>
                </a:lnTo>
                <a:cubicBezTo>
                  <a:pt x="21600" y="10800"/>
                  <a:pt x="18143" y="10800"/>
                  <a:pt x="18143" y="10800"/>
                </a:cubicBezTo>
                <a:close/>
                <a:moveTo>
                  <a:pt x="4891" y="9180"/>
                </a:moveTo>
                <a:cubicBezTo>
                  <a:pt x="5484" y="5783"/>
                  <a:pt x="7904" y="3240"/>
                  <a:pt x="10800" y="3240"/>
                </a:cubicBezTo>
                <a:cubicBezTo>
                  <a:pt x="12470" y="3240"/>
                  <a:pt x="13982" y="4086"/>
                  <a:pt x="15076" y="5454"/>
                </a:cubicBezTo>
                <a:cubicBezTo>
                  <a:pt x="15582" y="6086"/>
                  <a:pt x="16404" y="6086"/>
                  <a:pt x="16909" y="5454"/>
                </a:cubicBezTo>
                <a:cubicBezTo>
                  <a:pt x="17415" y="4821"/>
                  <a:pt x="17415" y="3796"/>
                  <a:pt x="16909" y="3163"/>
                </a:cubicBezTo>
                <a:cubicBezTo>
                  <a:pt x="15346" y="1209"/>
                  <a:pt x="13186" y="0"/>
                  <a:pt x="10800" y="0"/>
                </a:cubicBezTo>
                <a:cubicBezTo>
                  <a:pt x="6931" y="0"/>
                  <a:pt x="3658" y="3178"/>
                  <a:pt x="2557" y="7560"/>
                </a:cubicBezTo>
                <a:lnTo>
                  <a:pt x="0" y="7560"/>
                </a:lnTo>
                <a:lnTo>
                  <a:pt x="0" y="10800"/>
                </a:lnTo>
                <a:lnTo>
                  <a:pt x="3457" y="10800"/>
                </a:lnTo>
                <a:cubicBezTo>
                  <a:pt x="4535" y="10800"/>
                  <a:pt x="4800" y="9702"/>
                  <a:pt x="4891" y="9180"/>
                </a:cubicBezTo>
                <a:close/>
                <a:moveTo>
                  <a:pt x="7343" y="10800"/>
                </a:moveTo>
                <a:cubicBezTo>
                  <a:pt x="7343" y="13185"/>
                  <a:pt x="8891" y="15120"/>
                  <a:pt x="10800" y="15120"/>
                </a:cubicBezTo>
                <a:cubicBezTo>
                  <a:pt x="12709" y="15120"/>
                  <a:pt x="14255" y="13185"/>
                  <a:pt x="14255" y="10800"/>
                </a:cubicBezTo>
                <a:cubicBezTo>
                  <a:pt x="14255" y="8415"/>
                  <a:pt x="12709" y="6480"/>
                  <a:pt x="10800" y="6480"/>
                </a:cubicBezTo>
                <a:cubicBezTo>
                  <a:pt x="8891" y="6480"/>
                  <a:pt x="7343" y="8415"/>
                  <a:pt x="7343" y="108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2" name="Shape 688"/>
          <p:cNvSpPr/>
          <p:nvPr userDrawn="1"/>
        </p:nvSpPr>
        <p:spPr>
          <a:xfrm>
            <a:off x="4527856" y="5230677"/>
            <a:ext cx="455692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7" extrusionOk="0">
                <a:moveTo>
                  <a:pt x="7907" y="205"/>
                </a:moveTo>
                <a:cubicBezTo>
                  <a:pt x="13264" y="-897"/>
                  <a:pt x="18498" y="2551"/>
                  <a:pt x="19601" y="7908"/>
                </a:cubicBezTo>
                <a:cubicBezTo>
                  <a:pt x="20703" y="13264"/>
                  <a:pt x="17254" y="18500"/>
                  <a:pt x="11898" y="19602"/>
                </a:cubicBezTo>
                <a:cubicBezTo>
                  <a:pt x="6545" y="20703"/>
                  <a:pt x="1312" y="17258"/>
                  <a:pt x="206" y="11907"/>
                </a:cubicBezTo>
                <a:cubicBezTo>
                  <a:pt x="206" y="11904"/>
                  <a:pt x="205" y="11901"/>
                  <a:pt x="204" y="11899"/>
                </a:cubicBezTo>
                <a:cubicBezTo>
                  <a:pt x="-897" y="6542"/>
                  <a:pt x="2551" y="1307"/>
                  <a:pt x="7907" y="205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3" name="Shape 689"/>
          <p:cNvSpPr/>
          <p:nvPr userDrawn="1"/>
        </p:nvSpPr>
        <p:spPr>
          <a:xfrm>
            <a:off x="4693668" y="5356610"/>
            <a:ext cx="124067" cy="198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10476"/>
                </a:moveTo>
                <a:cubicBezTo>
                  <a:pt x="7579" y="10476"/>
                  <a:pt x="4968" y="8844"/>
                  <a:pt x="4968" y="6831"/>
                </a:cubicBezTo>
                <a:cubicBezTo>
                  <a:pt x="4968" y="4818"/>
                  <a:pt x="7579" y="3186"/>
                  <a:pt x="10801" y="3186"/>
                </a:cubicBezTo>
                <a:cubicBezTo>
                  <a:pt x="14021" y="3186"/>
                  <a:pt x="16632" y="4818"/>
                  <a:pt x="16632" y="6831"/>
                </a:cubicBezTo>
                <a:cubicBezTo>
                  <a:pt x="16632" y="8844"/>
                  <a:pt x="14021" y="10476"/>
                  <a:pt x="10801" y="10476"/>
                </a:cubicBezTo>
                <a:close/>
                <a:moveTo>
                  <a:pt x="10801" y="0"/>
                </a:moveTo>
                <a:cubicBezTo>
                  <a:pt x="4835" y="0"/>
                  <a:pt x="0" y="3022"/>
                  <a:pt x="0" y="6749"/>
                </a:cubicBezTo>
                <a:cubicBezTo>
                  <a:pt x="0" y="13195"/>
                  <a:pt x="10801" y="21600"/>
                  <a:pt x="10801" y="21600"/>
                </a:cubicBezTo>
                <a:cubicBezTo>
                  <a:pt x="10801" y="21600"/>
                  <a:pt x="21600" y="13195"/>
                  <a:pt x="21600" y="6749"/>
                </a:cubicBezTo>
                <a:cubicBezTo>
                  <a:pt x="21600" y="3022"/>
                  <a:pt x="16765" y="0"/>
                  <a:pt x="10801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5" name="Shape 691"/>
          <p:cNvSpPr/>
          <p:nvPr/>
        </p:nvSpPr>
        <p:spPr>
          <a:xfrm>
            <a:off x="7569995" y="5230678"/>
            <a:ext cx="45568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6" extrusionOk="0">
                <a:moveTo>
                  <a:pt x="11898" y="19600"/>
                </a:moveTo>
                <a:cubicBezTo>
                  <a:pt x="6542" y="20703"/>
                  <a:pt x="1307" y="17254"/>
                  <a:pt x="205" y="11898"/>
                </a:cubicBezTo>
                <a:cubicBezTo>
                  <a:pt x="-897" y="6542"/>
                  <a:pt x="2551" y="1307"/>
                  <a:pt x="7908" y="205"/>
                </a:cubicBezTo>
                <a:cubicBezTo>
                  <a:pt x="13261" y="-897"/>
                  <a:pt x="18494" y="2548"/>
                  <a:pt x="19599" y="7899"/>
                </a:cubicBezTo>
                <a:cubicBezTo>
                  <a:pt x="19600" y="7902"/>
                  <a:pt x="19600" y="7905"/>
                  <a:pt x="19600" y="7907"/>
                </a:cubicBezTo>
                <a:cubicBezTo>
                  <a:pt x="20703" y="13263"/>
                  <a:pt x="17254" y="18499"/>
                  <a:pt x="11898" y="1960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6" name="Shape 692"/>
          <p:cNvSpPr/>
          <p:nvPr/>
        </p:nvSpPr>
        <p:spPr>
          <a:xfrm>
            <a:off x="7717933" y="5375969"/>
            <a:ext cx="159804" cy="1598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497"/>
                </a:moveTo>
                <a:cubicBezTo>
                  <a:pt x="8207" y="15497"/>
                  <a:pt x="6104" y="13394"/>
                  <a:pt x="6104" y="10801"/>
                </a:cubicBezTo>
                <a:cubicBezTo>
                  <a:pt x="6104" y="8206"/>
                  <a:pt x="8207" y="6103"/>
                  <a:pt x="10800" y="6103"/>
                </a:cubicBezTo>
                <a:cubicBezTo>
                  <a:pt x="13395" y="6103"/>
                  <a:pt x="15497" y="8206"/>
                  <a:pt x="15497" y="10801"/>
                </a:cubicBezTo>
                <a:cubicBezTo>
                  <a:pt x="15497" y="13394"/>
                  <a:pt x="13395" y="15497"/>
                  <a:pt x="10800" y="15497"/>
                </a:cubicBezTo>
                <a:close/>
                <a:moveTo>
                  <a:pt x="19522" y="10801"/>
                </a:moveTo>
                <a:cubicBezTo>
                  <a:pt x="19522" y="9454"/>
                  <a:pt x="20352" y="8390"/>
                  <a:pt x="21600" y="7659"/>
                </a:cubicBezTo>
                <a:cubicBezTo>
                  <a:pt x="21376" y="6908"/>
                  <a:pt x="21077" y="6187"/>
                  <a:pt x="20711" y="5509"/>
                </a:cubicBezTo>
                <a:cubicBezTo>
                  <a:pt x="19310" y="5876"/>
                  <a:pt x="18177" y="5328"/>
                  <a:pt x="17225" y="4375"/>
                </a:cubicBezTo>
                <a:cubicBezTo>
                  <a:pt x="16273" y="3423"/>
                  <a:pt x="15982" y="2288"/>
                  <a:pt x="16347" y="889"/>
                </a:cubicBezTo>
                <a:cubicBezTo>
                  <a:pt x="15671" y="522"/>
                  <a:pt x="14951" y="225"/>
                  <a:pt x="14198" y="0"/>
                </a:cubicBezTo>
                <a:cubicBezTo>
                  <a:pt x="13467" y="1248"/>
                  <a:pt x="12147" y="2078"/>
                  <a:pt x="10800" y="2078"/>
                </a:cubicBezTo>
                <a:cubicBezTo>
                  <a:pt x="9453" y="2078"/>
                  <a:pt x="8134" y="1248"/>
                  <a:pt x="7403" y="0"/>
                </a:cubicBezTo>
                <a:cubicBezTo>
                  <a:pt x="6651" y="225"/>
                  <a:pt x="5931" y="522"/>
                  <a:pt x="5253" y="889"/>
                </a:cubicBezTo>
                <a:cubicBezTo>
                  <a:pt x="5620" y="2288"/>
                  <a:pt x="5329" y="3422"/>
                  <a:pt x="4375" y="4375"/>
                </a:cubicBezTo>
                <a:cubicBezTo>
                  <a:pt x="3423" y="5328"/>
                  <a:pt x="2290" y="5876"/>
                  <a:pt x="890" y="5510"/>
                </a:cubicBezTo>
                <a:cubicBezTo>
                  <a:pt x="523" y="6187"/>
                  <a:pt x="224" y="6908"/>
                  <a:pt x="0" y="7659"/>
                </a:cubicBezTo>
                <a:cubicBezTo>
                  <a:pt x="1249" y="8390"/>
                  <a:pt x="2078" y="9454"/>
                  <a:pt x="2078" y="10801"/>
                </a:cubicBezTo>
                <a:cubicBezTo>
                  <a:pt x="2078" y="12146"/>
                  <a:pt x="1249" y="13467"/>
                  <a:pt x="0" y="14198"/>
                </a:cubicBezTo>
                <a:cubicBezTo>
                  <a:pt x="224" y="14950"/>
                  <a:pt x="523" y="15670"/>
                  <a:pt x="890" y="16348"/>
                </a:cubicBezTo>
                <a:cubicBezTo>
                  <a:pt x="2290" y="15981"/>
                  <a:pt x="3423" y="16272"/>
                  <a:pt x="4375" y="17226"/>
                </a:cubicBezTo>
                <a:cubicBezTo>
                  <a:pt x="5327" y="18178"/>
                  <a:pt x="5620" y="19312"/>
                  <a:pt x="5253" y="20711"/>
                </a:cubicBezTo>
                <a:cubicBezTo>
                  <a:pt x="5931" y="21078"/>
                  <a:pt x="6651" y="21377"/>
                  <a:pt x="7403" y="21600"/>
                </a:cubicBezTo>
                <a:cubicBezTo>
                  <a:pt x="8134" y="20352"/>
                  <a:pt x="9453" y="19524"/>
                  <a:pt x="10800" y="19524"/>
                </a:cubicBezTo>
                <a:cubicBezTo>
                  <a:pt x="12147" y="19524"/>
                  <a:pt x="13467" y="20352"/>
                  <a:pt x="14198" y="21600"/>
                </a:cubicBezTo>
                <a:cubicBezTo>
                  <a:pt x="14951" y="21376"/>
                  <a:pt x="15671" y="21078"/>
                  <a:pt x="16349" y="20711"/>
                </a:cubicBezTo>
                <a:cubicBezTo>
                  <a:pt x="15982" y="19312"/>
                  <a:pt x="16273" y="18178"/>
                  <a:pt x="17225" y="17226"/>
                </a:cubicBezTo>
                <a:cubicBezTo>
                  <a:pt x="18177" y="16272"/>
                  <a:pt x="19310" y="15724"/>
                  <a:pt x="20711" y="16091"/>
                </a:cubicBezTo>
                <a:cubicBezTo>
                  <a:pt x="21077" y="15413"/>
                  <a:pt x="21376" y="14693"/>
                  <a:pt x="21600" y="13941"/>
                </a:cubicBezTo>
                <a:cubicBezTo>
                  <a:pt x="20352" y="13210"/>
                  <a:pt x="19522" y="12146"/>
                  <a:pt x="19522" y="1080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57" name="Picture Placeholder 2"/>
          <p:cNvSpPr>
            <a:spLocks noGrp="1"/>
          </p:cNvSpPr>
          <p:nvPr userDrawn="1">
            <p:ph type="pic" sz="quarter" idx="23"/>
          </p:nvPr>
        </p:nvSpPr>
        <p:spPr>
          <a:xfrm>
            <a:off x="2139597" y="2500319"/>
            <a:ext cx="1550332" cy="2828912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59" name="Content Placeholder 20"/>
          <p:cNvSpPr>
            <a:spLocks noGrp="1"/>
          </p:cNvSpPr>
          <p:nvPr userDrawn="1">
            <p:ph sz="quarter" idx="25"/>
          </p:nvPr>
        </p:nvSpPr>
        <p:spPr>
          <a:xfrm>
            <a:off x="5256212" y="4411375"/>
            <a:ext cx="16764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60" name="Text Placeholder 17"/>
          <p:cNvSpPr>
            <a:spLocks noGrp="1"/>
          </p:cNvSpPr>
          <p:nvPr userDrawn="1">
            <p:ph type="body" sz="quarter" idx="26"/>
          </p:nvPr>
        </p:nvSpPr>
        <p:spPr>
          <a:xfrm>
            <a:off x="5256212" y="4639975"/>
            <a:ext cx="1981200" cy="35930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500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61" name="Content Placeholder 20"/>
          <p:cNvSpPr>
            <a:spLocks noGrp="1"/>
          </p:cNvSpPr>
          <p:nvPr userDrawn="1">
            <p:ph sz="quarter" idx="27"/>
          </p:nvPr>
        </p:nvSpPr>
        <p:spPr>
          <a:xfrm>
            <a:off x="5256212" y="5255432"/>
            <a:ext cx="16764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62" name="Text Placeholder 17"/>
          <p:cNvSpPr>
            <a:spLocks noGrp="1"/>
          </p:cNvSpPr>
          <p:nvPr userDrawn="1">
            <p:ph type="body" sz="quarter" idx="28"/>
          </p:nvPr>
        </p:nvSpPr>
        <p:spPr>
          <a:xfrm>
            <a:off x="5256212" y="5484032"/>
            <a:ext cx="1981200" cy="35930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500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63" name="Content Placeholder 20"/>
          <p:cNvSpPr>
            <a:spLocks noGrp="1"/>
          </p:cNvSpPr>
          <p:nvPr userDrawn="1">
            <p:ph sz="quarter" idx="29"/>
          </p:nvPr>
        </p:nvSpPr>
        <p:spPr>
          <a:xfrm>
            <a:off x="8228012" y="4416388"/>
            <a:ext cx="16764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64" name="Text Placeholder 17"/>
          <p:cNvSpPr>
            <a:spLocks noGrp="1"/>
          </p:cNvSpPr>
          <p:nvPr userDrawn="1">
            <p:ph type="body" sz="quarter" idx="30"/>
          </p:nvPr>
        </p:nvSpPr>
        <p:spPr>
          <a:xfrm>
            <a:off x="8228012" y="4644988"/>
            <a:ext cx="1981200" cy="35930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500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65" name="Content Placeholder 20"/>
          <p:cNvSpPr>
            <a:spLocks noGrp="1"/>
          </p:cNvSpPr>
          <p:nvPr userDrawn="1">
            <p:ph sz="quarter" idx="31"/>
          </p:nvPr>
        </p:nvSpPr>
        <p:spPr>
          <a:xfrm>
            <a:off x="8228012" y="5260445"/>
            <a:ext cx="16764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66" name="Text Placeholder 17"/>
          <p:cNvSpPr>
            <a:spLocks noGrp="1"/>
          </p:cNvSpPr>
          <p:nvPr userDrawn="1">
            <p:ph type="body" sz="quarter" idx="32"/>
          </p:nvPr>
        </p:nvSpPr>
        <p:spPr>
          <a:xfrm>
            <a:off x="8228012" y="5489045"/>
            <a:ext cx="1981200" cy="35930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500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58301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59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hone-white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522412" y="1905000"/>
            <a:ext cx="2031471" cy="401955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57" name="Picture Placeholder 2"/>
          <p:cNvSpPr>
            <a:spLocks noGrp="1"/>
          </p:cNvSpPr>
          <p:nvPr userDrawn="1">
            <p:ph type="pic" sz="quarter" idx="23"/>
          </p:nvPr>
        </p:nvSpPr>
        <p:spPr>
          <a:xfrm>
            <a:off x="1762981" y="2500319"/>
            <a:ext cx="1550332" cy="2828912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8251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" y="4989787"/>
            <a:ext cx="12188825" cy="1143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hape 985"/>
          <p:cNvSpPr/>
          <p:nvPr/>
        </p:nvSpPr>
        <p:spPr>
          <a:xfrm>
            <a:off x="8494425" y="2743200"/>
            <a:ext cx="562574" cy="586899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21" name="Shape 988"/>
          <p:cNvSpPr/>
          <p:nvPr/>
        </p:nvSpPr>
        <p:spPr>
          <a:xfrm>
            <a:off x="4240985" y="2743200"/>
            <a:ext cx="562574" cy="586899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pic>
        <p:nvPicPr>
          <p:cNvPr id="34" name="phone-black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939895" y="2076141"/>
            <a:ext cx="1877582" cy="3715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hone-white.png"/>
          <p:cNvPicPr/>
          <p:nvPr userDrawn="1"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6200261" y="2076141"/>
            <a:ext cx="1877582" cy="3715059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4234362" y="3585586"/>
            <a:ext cx="1222036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234362" y="3960517"/>
            <a:ext cx="1477464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2132012" y="2655766"/>
            <a:ext cx="1463040" cy="2590312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6415152" y="2655766"/>
            <a:ext cx="1447800" cy="2590312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9" name="Content Placeholder 20"/>
          <p:cNvSpPr>
            <a:spLocks noGrp="1"/>
          </p:cNvSpPr>
          <p:nvPr>
            <p:ph sz="quarter" idx="25"/>
          </p:nvPr>
        </p:nvSpPr>
        <p:spPr>
          <a:xfrm>
            <a:off x="8567598" y="3585586"/>
            <a:ext cx="1222036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8567598" y="3960517"/>
            <a:ext cx="1477464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7" hasCustomPrompt="1"/>
          </p:nvPr>
        </p:nvSpPr>
        <p:spPr>
          <a:xfrm>
            <a:off x="4291995" y="2806372"/>
            <a:ext cx="460555" cy="4605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7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sz="quarter" idx="28" hasCustomPrompt="1"/>
          </p:nvPr>
        </p:nvSpPr>
        <p:spPr>
          <a:xfrm>
            <a:off x="8545435" y="2806372"/>
            <a:ext cx="460555" cy="4605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7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0489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42" grpId="0"/>
      <p:bldP spid="6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097"/>
          <p:cNvSpPr/>
          <p:nvPr/>
        </p:nvSpPr>
        <p:spPr>
          <a:xfrm>
            <a:off x="9394396" y="2994699"/>
            <a:ext cx="562575" cy="5868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21" name="Shape 1100"/>
          <p:cNvSpPr/>
          <p:nvPr/>
        </p:nvSpPr>
        <p:spPr>
          <a:xfrm>
            <a:off x="4355292" y="2994699"/>
            <a:ext cx="562575" cy="586899"/>
          </a:xfrm>
          <a:prstGeom prst="rect">
            <a:avLst/>
          </a:prstGeom>
          <a:solidFill>
            <a:srgbClr val="F3534B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pic>
        <p:nvPicPr>
          <p:cNvPr id="27" name="tablet-black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6248373" y="2125174"/>
            <a:ext cx="2596335" cy="3666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tablet-white.png"/>
          <p:cNvPicPr/>
          <p:nvPr userDrawn="1"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1269728" y="2118558"/>
            <a:ext cx="2598001" cy="3668379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4341812" y="3825149"/>
            <a:ext cx="1222036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341812" y="4200080"/>
            <a:ext cx="1477464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501928" y="2509867"/>
            <a:ext cx="2133600" cy="289664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69" name="Content Placeholder 20"/>
          <p:cNvSpPr>
            <a:spLocks noGrp="1"/>
          </p:cNvSpPr>
          <p:nvPr>
            <p:ph sz="quarter" idx="25"/>
          </p:nvPr>
        </p:nvSpPr>
        <p:spPr>
          <a:xfrm>
            <a:off x="9386971" y="3825149"/>
            <a:ext cx="1222036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9386971" y="4200080"/>
            <a:ext cx="1477464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6479740" y="2509867"/>
            <a:ext cx="2133600" cy="289664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4446080" y="3097649"/>
            <a:ext cx="380999" cy="380999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000">
                <a:solidFill>
                  <a:schemeClr val="bg1"/>
                </a:solidFill>
                <a:latin typeface="Source Sans Pro Light"/>
              </a:defRPr>
            </a:lvl1pPr>
            <a:lvl2pPr>
              <a:defRPr sz="3000">
                <a:latin typeface="Source Sans Pro Light"/>
              </a:defRPr>
            </a:lvl2pPr>
            <a:lvl3pPr>
              <a:defRPr sz="3000">
                <a:latin typeface="Source Sans Pro Light"/>
              </a:defRPr>
            </a:lvl3pPr>
            <a:lvl4pPr>
              <a:defRPr sz="3000">
                <a:latin typeface="Source Sans Pro Light"/>
              </a:defRPr>
            </a:lvl4pPr>
            <a:lvl5pPr>
              <a:defRPr sz="3000">
                <a:latin typeface="Source Sans Pro Ligh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9"/>
          </p:nvPr>
        </p:nvSpPr>
        <p:spPr>
          <a:xfrm>
            <a:off x="9485184" y="3097649"/>
            <a:ext cx="380999" cy="380999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000">
                <a:solidFill>
                  <a:schemeClr val="bg1"/>
                </a:solidFill>
                <a:latin typeface="Source Sans Pro Light"/>
              </a:defRPr>
            </a:lvl1pPr>
            <a:lvl2pPr>
              <a:defRPr sz="3000">
                <a:latin typeface="Source Sans Pro Light"/>
              </a:defRPr>
            </a:lvl2pPr>
            <a:lvl3pPr>
              <a:defRPr sz="3000">
                <a:latin typeface="Source Sans Pro Light"/>
              </a:defRPr>
            </a:lvl3pPr>
            <a:lvl4pPr>
              <a:defRPr sz="3000">
                <a:latin typeface="Source Sans Pro Light"/>
              </a:defRPr>
            </a:lvl4pPr>
            <a:lvl5pPr>
              <a:defRPr sz="3000">
                <a:latin typeface="Source Sans Pro Ligh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3588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6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/>
      <p:bldP spid="3" grpId="0" build="p">
        <p:tmplLst>
          <p:tmpl lvl="1">
            <p:tnLst>
              <p:par>
                <p:cTn presetID="22" presetClass="entr" presetSubtype="8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 userDrawn="1"/>
        </p:nvSpPr>
        <p:spPr>
          <a:xfrm>
            <a:off x="8246922" y="2548540"/>
            <a:ext cx="3960812" cy="3242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0" y="2548540"/>
            <a:ext cx="3960812" cy="3242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tablet-black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4570413" y="2097024"/>
            <a:ext cx="3048000" cy="4303776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hape 833"/>
          <p:cNvSpPr/>
          <p:nvPr/>
        </p:nvSpPr>
        <p:spPr>
          <a:xfrm>
            <a:off x="8019072" y="2695001"/>
            <a:ext cx="45570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6" extrusionOk="0">
                <a:moveTo>
                  <a:pt x="7908" y="205"/>
                </a:moveTo>
                <a:cubicBezTo>
                  <a:pt x="13264" y="-897"/>
                  <a:pt x="18500" y="2551"/>
                  <a:pt x="19602" y="7907"/>
                </a:cubicBezTo>
                <a:cubicBezTo>
                  <a:pt x="20703" y="13264"/>
                  <a:pt x="17254" y="18499"/>
                  <a:pt x="11899" y="19601"/>
                </a:cubicBezTo>
                <a:cubicBezTo>
                  <a:pt x="6545" y="20703"/>
                  <a:pt x="1312" y="17258"/>
                  <a:pt x="207" y="11907"/>
                </a:cubicBezTo>
                <a:cubicBezTo>
                  <a:pt x="206" y="11904"/>
                  <a:pt x="206" y="11901"/>
                  <a:pt x="205" y="11898"/>
                </a:cubicBezTo>
                <a:cubicBezTo>
                  <a:pt x="-897" y="6542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153" name="Shape 834"/>
          <p:cNvSpPr/>
          <p:nvPr/>
        </p:nvSpPr>
        <p:spPr>
          <a:xfrm>
            <a:off x="8162966" y="2856215"/>
            <a:ext cx="167912" cy="119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76" y="15428"/>
                </a:moveTo>
                <a:lnTo>
                  <a:pt x="8376" y="6172"/>
                </a:lnTo>
                <a:lnTo>
                  <a:pt x="13886" y="10798"/>
                </a:lnTo>
                <a:cubicBezTo>
                  <a:pt x="13886" y="10798"/>
                  <a:pt x="8376" y="15428"/>
                  <a:pt x="8376" y="15428"/>
                </a:cubicBezTo>
                <a:close/>
                <a:moveTo>
                  <a:pt x="21600" y="3084"/>
                </a:moveTo>
                <a:lnTo>
                  <a:pt x="21600" y="1234"/>
                </a:lnTo>
                <a:cubicBezTo>
                  <a:pt x="21600" y="554"/>
                  <a:pt x="21205" y="0"/>
                  <a:pt x="20719" y="0"/>
                </a:cubicBezTo>
                <a:lnTo>
                  <a:pt x="881" y="0"/>
                </a:lnTo>
                <a:cubicBezTo>
                  <a:pt x="394" y="0"/>
                  <a:pt x="0" y="554"/>
                  <a:pt x="0" y="1234"/>
                </a:cubicBezTo>
                <a:lnTo>
                  <a:pt x="0" y="3084"/>
                </a:lnTo>
                <a:lnTo>
                  <a:pt x="2204" y="3084"/>
                </a:lnTo>
                <a:lnTo>
                  <a:pt x="2204" y="6172"/>
                </a:lnTo>
                <a:lnTo>
                  <a:pt x="0" y="6172"/>
                </a:lnTo>
                <a:lnTo>
                  <a:pt x="0" y="9256"/>
                </a:lnTo>
                <a:lnTo>
                  <a:pt x="2204" y="9256"/>
                </a:lnTo>
                <a:lnTo>
                  <a:pt x="2204" y="12344"/>
                </a:lnTo>
                <a:lnTo>
                  <a:pt x="0" y="12344"/>
                </a:lnTo>
                <a:lnTo>
                  <a:pt x="0" y="15428"/>
                </a:lnTo>
                <a:lnTo>
                  <a:pt x="2204" y="15428"/>
                </a:lnTo>
                <a:lnTo>
                  <a:pt x="2204" y="18516"/>
                </a:lnTo>
                <a:lnTo>
                  <a:pt x="0" y="18516"/>
                </a:lnTo>
                <a:lnTo>
                  <a:pt x="0" y="20366"/>
                </a:lnTo>
                <a:cubicBezTo>
                  <a:pt x="0" y="21046"/>
                  <a:pt x="394" y="21600"/>
                  <a:pt x="881" y="21600"/>
                </a:cubicBezTo>
                <a:lnTo>
                  <a:pt x="20719" y="21600"/>
                </a:lnTo>
                <a:cubicBezTo>
                  <a:pt x="21205" y="21600"/>
                  <a:pt x="21600" y="21046"/>
                  <a:pt x="21600" y="20366"/>
                </a:cubicBezTo>
                <a:lnTo>
                  <a:pt x="21600" y="18516"/>
                </a:lnTo>
                <a:lnTo>
                  <a:pt x="19396" y="18516"/>
                </a:lnTo>
                <a:lnTo>
                  <a:pt x="19396" y="15428"/>
                </a:lnTo>
                <a:lnTo>
                  <a:pt x="21600" y="15428"/>
                </a:lnTo>
                <a:lnTo>
                  <a:pt x="21600" y="12344"/>
                </a:lnTo>
                <a:lnTo>
                  <a:pt x="19396" y="12344"/>
                </a:lnTo>
                <a:lnTo>
                  <a:pt x="19396" y="9256"/>
                </a:lnTo>
                <a:lnTo>
                  <a:pt x="21600" y="9256"/>
                </a:lnTo>
                <a:lnTo>
                  <a:pt x="21600" y="6172"/>
                </a:lnTo>
                <a:lnTo>
                  <a:pt x="19396" y="6172"/>
                </a:lnTo>
                <a:lnTo>
                  <a:pt x="19396" y="3084"/>
                </a:lnTo>
                <a:cubicBezTo>
                  <a:pt x="19396" y="3084"/>
                  <a:pt x="21600" y="3084"/>
                  <a:pt x="21600" y="3084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78" name="Shape 716"/>
          <p:cNvSpPr/>
          <p:nvPr userDrawn="1"/>
        </p:nvSpPr>
        <p:spPr>
          <a:xfrm>
            <a:off x="3722018" y="2687384"/>
            <a:ext cx="455687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7" extrusionOk="0">
                <a:moveTo>
                  <a:pt x="7908" y="205"/>
                </a:moveTo>
                <a:cubicBezTo>
                  <a:pt x="13264" y="-897"/>
                  <a:pt x="18499" y="2552"/>
                  <a:pt x="19601" y="7908"/>
                </a:cubicBezTo>
                <a:cubicBezTo>
                  <a:pt x="20703" y="13265"/>
                  <a:pt x="17255" y="18500"/>
                  <a:pt x="11899" y="19602"/>
                </a:cubicBezTo>
                <a:cubicBezTo>
                  <a:pt x="6545" y="20703"/>
                  <a:pt x="1313" y="17258"/>
                  <a:pt x="207" y="11907"/>
                </a:cubicBezTo>
                <a:cubicBezTo>
                  <a:pt x="207" y="11904"/>
                  <a:pt x="206" y="11901"/>
                  <a:pt x="206" y="11899"/>
                </a:cubicBezTo>
                <a:cubicBezTo>
                  <a:pt x="-897" y="6543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79" name="Shape 717"/>
          <p:cNvSpPr/>
          <p:nvPr userDrawn="1"/>
        </p:nvSpPr>
        <p:spPr>
          <a:xfrm>
            <a:off x="3889110" y="2828620"/>
            <a:ext cx="121504" cy="167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5" h="21086" extrusionOk="0">
                <a:moveTo>
                  <a:pt x="21023" y="5250"/>
                </a:moveTo>
                <a:lnTo>
                  <a:pt x="7163" y="195"/>
                </a:lnTo>
                <a:cubicBezTo>
                  <a:pt x="5264" y="-514"/>
                  <a:pt x="1521" y="853"/>
                  <a:pt x="445" y="2057"/>
                </a:cubicBezTo>
                <a:cubicBezTo>
                  <a:pt x="-35" y="2595"/>
                  <a:pt x="0" y="2983"/>
                  <a:pt x="0" y="3203"/>
                </a:cubicBezTo>
                <a:lnTo>
                  <a:pt x="173" y="14619"/>
                </a:lnTo>
                <a:cubicBezTo>
                  <a:pt x="184" y="14862"/>
                  <a:pt x="614" y="15188"/>
                  <a:pt x="983" y="15348"/>
                </a:cubicBezTo>
                <a:cubicBezTo>
                  <a:pt x="1753" y="15682"/>
                  <a:pt x="13399" y="20826"/>
                  <a:pt x="13729" y="20972"/>
                </a:cubicBezTo>
                <a:cubicBezTo>
                  <a:pt x="13905" y="21051"/>
                  <a:pt x="14115" y="21086"/>
                  <a:pt x="14322" y="21086"/>
                </a:cubicBezTo>
                <a:cubicBezTo>
                  <a:pt x="14499" y="21086"/>
                  <a:pt x="14675" y="21058"/>
                  <a:pt x="14834" y="21002"/>
                </a:cubicBezTo>
                <a:cubicBezTo>
                  <a:pt x="15185" y="20881"/>
                  <a:pt x="15404" y="20645"/>
                  <a:pt x="15404" y="20388"/>
                </a:cubicBezTo>
                <a:lnTo>
                  <a:pt x="15404" y="8397"/>
                </a:lnTo>
                <a:cubicBezTo>
                  <a:pt x="15404" y="8148"/>
                  <a:pt x="15198" y="7917"/>
                  <a:pt x="14862" y="7792"/>
                </a:cubicBezTo>
                <a:lnTo>
                  <a:pt x="2263" y="2817"/>
                </a:lnTo>
                <a:cubicBezTo>
                  <a:pt x="2408" y="2620"/>
                  <a:pt x="2968" y="2205"/>
                  <a:pt x="3997" y="1825"/>
                </a:cubicBezTo>
                <a:cubicBezTo>
                  <a:pt x="5082" y="1422"/>
                  <a:pt x="5896" y="1574"/>
                  <a:pt x="6082" y="1625"/>
                </a:cubicBezTo>
                <a:cubicBezTo>
                  <a:pt x="6082" y="1625"/>
                  <a:pt x="18173" y="6203"/>
                  <a:pt x="18544" y="6339"/>
                </a:cubicBezTo>
                <a:cubicBezTo>
                  <a:pt x="18911" y="6476"/>
                  <a:pt x="18918" y="6495"/>
                  <a:pt x="18918" y="6729"/>
                </a:cubicBezTo>
                <a:cubicBezTo>
                  <a:pt x="18918" y="6961"/>
                  <a:pt x="18918" y="18107"/>
                  <a:pt x="18918" y="18107"/>
                </a:cubicBezTo>
                <a:cubicBezTo>
                  <a:pt x="18918" y="18674"/>
                  <a:pt x="19733" y="18906"/>
                  <a:pt x="20330" y="18906"/>
                </a:cubicBezTo>
                <a:cubicBezTo>
                  <a:pt x="20927" y="18906"/>
                  <a:pt x="21565" y="18493"/>
                  <a:pt x="21565" y="18107"/>
                </a:cubicBezTo>
                <a:lnTo>
                  <a:pt x="21565" y="5855"/>
                </a:lnTo>
                <a:cubicBezTo>
                  <a:pt x="21565" y="5605"/>
                  <a:pt x="21357" y="5375"/>
                  <a:pt x="21023" y="525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16" name="Title 15"/>
          <p:cNvSpPr>
            <a:spLocks noGrp="1"/>
          </p:cNvSpPr>
          <p:nvPr userDrawn="1"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 userDrawn="1">
            <p:ph sz="quarter" idx="16"/>
          </p:nvPr>
        </p:nvSpPr>
        <p:spPr>
          <a:xfrm>
            <a:off x="8685212" y="2687597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 userDrawn="1">
            <p:ph type="body" sz="quarter" idx="21"/>
          </p:nvPr>
        </p:nvSpPr>
        <p:spPr>
          <a:xfrm>
            <a:off x="8685212" y="2931746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 userDrawn="1">
            <p:ph type="pic" sz="quarter" idx="23"/>
          </p:nvPr>
        </p:nvSpPr>
        <p:spPr>
          <a:xfrm>
            <a:off x="4842029" y="2548540"/>
            <a:ext cx="2504766" cy="336854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75" name="Shape 713"/>
          <p:cNvSpPr/>
          <p:nvPr userDrawn="1"/>
        </p:nvSpPr>
        <p:spPr>
          <a:xfrm>
            <a:off x="3721965" y="5219555"/>
            <a:ext cx="455692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7" extrusionOk="0">
                <a:moveTo>
                  <a:pt x="7907" y="205"/>
                </a:moveTo>
                <a:cubicBezTo>
                  <a:pt x="13264" y="-897"/>
                  <a:pt x="18498" y="2551"/>
                  <a:pt x="19601" y="7908"/>
                </a:cubicBezTo>
                <a:cubicBezTo>
                  <a:pt x="20703" y="13264"/>
                  <a:pt x="17254" y="18500"/>
                  <a:pt x="11898" y="19602"/>
                </a:cubicBezTo>
                <a:cubicBezTo>
                  <a:pt x="6545" y="20703"/>
                  <a:pt x="1312" y="17258"/>
                  <a:pt x="206" y="11907"/>
                </a:cubicBezTo>
                <a:cubicBezTo>
                  <a:pt x="206" y="11904"/>
                  <a:pt x="205" y="11901"/>
                  <a:pt x="204" y="11899"/>
                </a:cubicBezTo>
                <a:cubicBezTo>
                  <a:pt x="-897" y="6542"/>
                  <a:pt x="2551" y="1307"/>
                  <a:pt x="7907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76" name="Shape 714"/>
          <p:cNvSpPr/>
          <p:nvPr userDrawn="1"/>
        </p:nvSpPr>
        <p:spPr>
          <a:xfrm>
            <a:off x="3884845" y="5360792"/>
            <a:ext cx="129932" cy="167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7" h="21205" extrusionOk="0">
                <a:moveTo>
                  <a:pt x="5865" y="2548"/>
                </a:moveTo>
                <a:lnTo>
                  <a:pt x="5867" y="15695"/>
                </a:lnTo>
                <a:cubicBezTo>
                  <a:pt x="4944" y="15546"/>
                  <a:pt x="3872" y="15602"/>
                  <a:pt x="2808" y="15909"/>
                </a:cubicBezTo>
                <a:cubicBezTo>
                  <a:pt x="413" y="16599"/>
                  <a:pt x="-431" y="18279"/>
                  <a:pt x="203" y="19659"/>
                </a:cubicBezTo>
                <a:cubicBezTo>
                  <a:pt x="839" y="21041"/>
                  <a:pt x="2710" y="21600"/>
                  <a:pt x="5104" y="20909"/>
                </a:cubicBezTo>
                <a:cubicBezTo>
                  <a:pt x="7137" y="20323"/>
                  <a:pt x="8468" y="19024"/>
                  <a:pt x="8434" y="17799"/>
                </a:cubicBezTo>
                <a:cubicBezTo>
                  <a:pt x="8434" y="17799"/>
                  <a:pt x="8434" y="10827"/>
                  <a:pt x="8434" y="6940"/>
                </a:cubicBezTo>
                <a:lnTo>
                  <a:pt x="18567" y="5136"/>
                </a:lnTo>
                <a:lnTo>
                  <a:pt x="18567" y="13479"/>
                </a:lnTo>
                <a:cubicBezTo>
                  <a:pt x="17645" y="13330"/>
                  <a:pt x="16572" y="13386"/>
                  <a:pt x="15509" y="13693"/>
                </a:cubicBezTo>
                <a:cubicBezTo>
                  <a:pt x="13115" y="14384"/>
                  <a:pt x="12270" y="16064"/>
                  <a:pt x="12905" y="17443"/>
                </a:cubicBezTo>
                <a:cubicBezTo>
                  <a:pt x="13539" y="18825"/>
                  <a:pt x="15411" y="19384"/>
                  <a:pt x="17806" y="18694"/>
                </a:cubicBezTo>
                <a:cubicBezTo>
                  <a:pt x="19839" y="18107"/>
                  <a:pt x="21169" y="16808"/>
                  <a:pt x="21136" y="15583"/>
                </a:cubicBezTo>
                <a:lnTo>
                  <a:pt x="21136" y="0"/>
                </a:lnTo>
                <a:cubicBezTo>
                  <a:pt x="21136" y="0"/>
                  <a:pt x="5865" y="2548"/>
                  <a:pt x="5865" y="254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81" name="Shape 719"/>
          <p:cNvSpPr/>
          <p:nvPr/>
        </p:nvSpPr>
        <p:spPr>
          <a:xfrm>
            <a:off x="8023588" y="4375498"/>
            <a:ext cx="45570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6" extrusionOk="0">
                <a:moveTo>
                  <a:pt x="7908" y="205"/>
                </a:moveTo>
                <a:cubicBezTo>
                  <a:pt x="13264" y="-897"/>
                  <a:pt x="18500" y="2551"/>
                  <a:pt x="19602" y="7907"/>
                </a:cubicBezTo>
                <a:cubicBezTo>
                  <a:pt x="20703" y="13264"/>
                  <a:pt x="17254" y="18499"/>
                  <a:pt x="11899" y="19601"/>
                </a:cubicBezTo>
                <a:cubicBezTo>
                  <a:pt x="6545" y="20703"/>
                  <a:pt x="1312" y="17258"/>
                  <a:pt x="207" y="11907"/>
                </a:cubicBezTo>
                <a:cubicBezTo>
                  <a:pt x="206" y="11904"/>
                  <a:pt x="206" y="11901"/>
                  <a:pt x="205" y="11898"/>
                </a:cubicBezTo>
                <a:cubicBezTo>
                  <a:pt x="-897" y="6542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82" name="Shape 720"/>
          <p:cNvSpPr/>
          <p:nvPr/>
        </p:nvSpPr>
        <p:spPr>
          <a:xfrm>
            <a:off x="8167482" y="4519434"/>
            <a:ext cx="167912" cy="167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497"/>
                </a:moveTo>
                <a:cubicBezTo>
                  <a:pt x="8207" y="15497"/>
                  <a:pt x="6104" y="13394"/>
                  <a:pt x="6104" y="10801"/>
                </a:cubicBezTo>
                <a:cubicBezTo>
                  <a:pt x="6104" y="8206"/>
                  <a:pt x="8207" y="6103"/>
                  <a:pt x="10800" y="6103"/>
                </a:cubicBezTo>
                <a:cubicBezTo>
                  <a:pt x="13395" y="6103"/>
                  <a:pt x="15497" y="8206"/>
                  <a:pt x="15497" y="10801"/>
                </a:cubicBezTo>
                <a:cubicBezTo>
                  <a:pt x="15497" y="13394"/>
                  <a:pt x="13395" y="15497"/>
                  <a:pt x="10800" y="15497"/>
                </a:cubicBezTo>
                <a:close/>
                <a:moveTo>
                  <a:pt x="19522" y="10801"/>
                </a:moveTo>
                <a:cubicBezTo>
                  <a:pt x="19522" y="9454"/>
                  <a:pt x="20352" y="8390"/>
                  <a:pt x="21600" y="7659"/>
                </a:cubicBezTo>
                <a:cubicBezTo>
                  <a:pt x="21376" y="6908"/>
                  <a:pt x="21077" y="6187"/>
                  <a:pt x="20711" y="5509"/>
                </a:cubicBezTo>
                <a:cubicBezTo>
                  <a:pt x="19310" y="5876"/>
                  <a:pt x="18177" y="5328"/>
                  <a:pt x="17225" y="4375"/>
                </a:cubicBezTo>
                <a:cubicBezTo>
                  <a:pt x="16273" y="3423"/>
                  <a:pt x="15982" y="2288"/>
                  <a:pt x="16347" y="889"/>
                </a:cubicBezTo>
                <a:cubicBezTo>
                  <a:pt x="15671" y="522"/>
                  <a:pt x="14951" y="224"/>
                  <a:pt x="14198" y="0"/>
                </a:cubicBezTo>
                <a:cubicBezTo>
                  <a:pt x="13467" y="1248"/>
                  <a:pt x="12147" y="2078"/>
                  <a:pt x="10800" y="2078"/>
                </a:cubicBezTo>
                <a:cubicBezTo>
                  <a:pt x="9453" y="2078"/>
                  <a:pt x="8134" y="1248"/>
                  <a:pt x="7403" y="0"/>
                </a:cubicBezTo>
                <a:cubicBezTo>
                  <a:pt x="6651" y="224"/>
                  <a:pt x="5931" y="522"/>
                  <a:pt x="5253" y="889"/>
                </a:cubicBezTo>
                <a:cubicBezTo>
                  <a:pt x="5620" y="2288"/>
                  <a:pt x="5329" y="3422"/>
                  <a:pt x="4375" y="4375"/>
                </a:cubicBezTo>
                <a:cubicBezTo>
                  <a:pt x="3423" y="5328"/>
                  <a:pt x="2290" y="5876"/>
                  <a:pt x="890" y="5510"/>
                </a:cubicBezTo>
                <a:cubicBezTo>
                  <a:pt x="523" y="6187"/>
                  <a:pt x="224" y="6908"/>
                  <a:pt x="0" y="7659"/>
                </a:cubicBezTo>
                <a:cubicBezTo>
                  <a:pt x="1249" y="8390"/>
                  <a:pt x="2078" y="9454"/>
                  <a:pt x="2078" y="10801"/>
                </a:cubicBezTo>
                <a:cubicBezTo>
                  <a:pt x="2078" y="12146"/>
                  <a:pt x="1249" y="13467"/>
                  <a:pt x="0" y="14198"/>
                </a:cubicBezTo>
                <a:cubicBezTo>
                  <a:pt x="224" y="14950"/>
                  <a:pt x="523" y="15670"/>
                  <a:pt x="890" y="16348"/>
                </a:cubicBezTo>
                <a:cubicBezTo>
                  <a:pt x="2290" y="15981"/>
                  <a:pt x="3423" y="16272"/>
                  <a:pt x="4375" y="17226"/>
                </a:cubicBezTo>
                <a:cubicBezTo>
                  <a:pt x="5327" y="18178"/>
                  <a:pt x="5620" y="19312"/>
                  <a:pt x="5253" y="20711"/>
                </a:cubicBezTo>
                <a:cubicBezTo>
                  <a:pt x="5931" y="21078"/>
                  <a:pt x="6651" y="21377"/>
                  <a:pt x="7403" y="21600"/>
                </a:cubicBezTo>
                <a:cubicBezTo>
                  <a:pt x="8134" y="20352"/>
                  <a:pt x="9453" y="19524"/>
                  <a:pt x="10800" y="19524"/>
                </a:cubicBezTo>
                <a:cubicBezTo>
                  <a:pt x="12147" y="19524"/>
                  <a:pt x="13467" y="20352"/>
                  <a:pt x="14198" y="21600"/>
                </a:cubicBezTo>
                <a:cubicBezTo>
                  <a:pt x="14951" y="21376"/>
                  <a:pt x="15671" y="21078"/>
                  <a:pt x="16349" y="20711"/>
                </a:cubicBezTo>
                <a:cubicBezTo>
                  <a:pt x="15982" y="19312"/>
                  <a:pt x="16273" y="18178"/>
                  <a:pt x="17225" y="17226"/>
                </a:cubicBezTo>
                <a:cubicBezTo>
                  <a:pt x="18177" y="16272"/>
                  <a:pt x="19310" y="15724"/>
                  <a:pt x="20711" y="16091"/>
                </a:cubicBezTo>
                <a:cubicBezTo>
                  <a:pt x="21077" y="15413"/>
                  <a:pt x="21376" y="14693"/>
                  <a:pt x="21600" y="13941"/>
                </a:cubicBezTo>
                <a:cubicBezTo>
                  <a:pt x="20352" y="13210"/>
                  <a:pt x="19522" y="12146"/>
                  <a:pt x="19522" y="1080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87" name="Shape 725"/>
          <p:cNvSpPr/>
          <p:nvPr/>
        </p:nvSpPr>
        <p:spPr>
          <a:xfrm>
            <a:off x="8023598" y="5219556"/>
            <a:ext cx="45568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6" extrusionOk="0">
                <a:moveTo>
                  <a:pt x="11898" y="19600"/>
                </a:moveTo>
                <a:cubicBezTo>
                  <a:pt x="6542" y="20703"/>
                  <a:pt x="1307" y="17254"/>
                  <a:pt x="205" y="11898"/>
                </a:cubicBezTo>
                <a:cubicBezTo>
                  <a:pt x="-897" y="6542"/>
                  <a:pt x="2551" y="1307"/>
                  <a:pt x="7908" y="205"/>
                </a:cubicBezTo>
                <a:cubicBezTo>
                  <a:pt x="13261" y="-897"/>
                  <a:pt x="18494" y="2548"/>
                  <a:pt x="19599" y="7899"/>
                </a:cubicBezTo>
                <a:cubicBezTo>
                  <a:pt x="19600" y="7902"/>
                  <a:pt x="19600" y="7905"/>
                  <a:pt x="19600" y="7907"/>
                </a:cubicBezTo>
                <a:cubicBezTo>
                  <a:pt x="20703" y="13263"/>
                  <a:pt x="17254" y="18499"/>
                  <a:pt x="11898" y="1960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88" name="Shape 726"/>
          <p:cNvSpPr/>
          <p:nvPr/>
        </p:nvSpPr>
        <p:spPr>
          <a:xfrm>
            <a:off x="8167483" y="5372760"/>
            <a:ext cx="167912" cy="149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471" extrusionOk="0">
                <a:moveTo>
                  <a:pt x="2906" y="19280"/>
                </a:moveTo>
                <a:cubicBezTo>
                  <a:pt x="2683" y="19534"/>
                  <a:pt x="2683" y="19946"/>
                  <a:pt x="2906" y="20200"/>
                </a:cubicBezTo>
                <a:lnTo>
                  <a:pt x="3930" y="21326"/>
                </a:lnTo>
                <a:cubicBezTo>
                  <a:pt x="4154" y="21580"/>
                  <a:pt x="4510" y="21473"/>
                  <a:pt x="4734" y="21220"/>
                </a:cubicBezTo>
                <a:lnTo>
                  <a:pt x="10017" y="15372"/>
                </a:lnTo>
                <a:lnTo>
                  <a:pt x="8398" y="13299"/>
                </a:lnTo>
                <a:cubicBezTo>
                  <a:pt x="8398" y="13299"/>
                  <a:pt x="2906" y="19280"/>
                  <a:pt x="2906" y="19280"/>
                </a:cubicBezTo>
                <a:close/>
                <a:moveTo>
                  <a:pt x="21387" y="2723"/>
                </a:moveTo>
                <a:cubicBezTo>
                  <a:pt x="21307" y="2125"/>
                  <a:pt x="21031" y="2252"/>
                  <a:pt x="20888" y="2505"/>
                </a:cubicBezTo>
                <a:cubicBezTo>
                  <a:pt x="20746" y="2758"/>
                  <a:pt x="20111" y="3840"/>
                  <a:pt x="19852" y="4329"/>
                </a:cubicBezTo>
                <a:cubicBezTo>
                  <a:pt x="19593" y="4815"/>
                  <a:pt x="18956" y="5772"/>
                  <a:pt x="17770" y="4826"/>
                </a:cubicBezTo>
                <a:cubicBezTo>
                  <a:pt x="16533" y="3843"/>
                  <a:pt x="16963" y="3157"/>
                  <a:pt x="17179" y="2694"/>
                </a:cubicBezTo>
                <a:cubicBezTo>
                  <a:pt x="17395" y="2232"/>
                  <a:pt x="18059" y="931"/>
                  <a:pt x="18155" y="768"/>
                </a:cubicBezTo>
                <a:cubicBezTo>
                  <a:pt x="18251" y="605"/>
                  <a:pt x="18139" y="129"/>
                  <a:pt x="17756" y="329"/>
                </a:cubicBezTo>
                <a:cubicBezTo>
                  <a:pt x="17372" y="527"/>
                  <a:pt x="15039" y="1572"/>
                  <a:pt x="14715" y="3066"/>
                </a:cubicBezTo>
                <a:cubicBezTo>
                  <a:pt x="14386" y="4590"/>
                  <a:pt x="14993" y="5950"/>
                  <a:pt x="13800" y="7301"/>
                </a:cubicBezTo>
                <a:lnTo>
                  <a:pt x="12355" y="8998"/>
                </a:lnTo>
                <a:lnTo>
                  <a:pt x="13806" y="10898"/>
                </a:lnTo>
                <a:lnTo>
                  <a:pt x="15589" y="8995"/>
                </a:lnTo>
                <a:cubicBezTo>
                  <a:pt x="16013" y="8514"/>
                  <a:pt x="16919" y="8048"/>
                  <a:pt x="17740" y="8257"/>
                </a:cubicBezTo>
                <a:cubicBezTo>
                  <a:pt x="19498" y="8705"/>
                  <a:pt x="20456" y="7962"/>
                  <a:pt x="21035" y="6733"/>
                </a:cubicBezTo>
                <a:cubicBezTo>
                  <a:pt x="21552" y="5635"/>
                  <a:pt x="21466" y="3322"/>
                  <a:pt x="21387" y="2723"/>
                </a:cubicBezTo>
                <a:close/>
                <a:moveTo>
                  <a:pt x="9478" y="7592"/>
                </a:moveTo>
                <a:cubicBezTo>
                  <a:pt x="9350" y="7424"/>
                  <a:pt x="9189" y="7421"/>
                  <a:pt x="9050" y="7558"/>
                </a:cubicBezTo>
                <a:lnTo>
                  <a:pt x="7506" y="9074"/>
                </a:lnTo>
                <a:cubicBezTo>
                  <a:pt x="7384" y="9194"/>
                  <a:pt x="7369" y="9419"/>
                  <a:pt x="7477" y="9559"/>
                </a:cubicBezTo>
                <a:lnTo>
                  <a:pt x="16408" y="20996"/>
                </a:lnTo>
                <a:cubicBezTo>
                  <a:pt x="16616" y="21268"/>
                  <a:pt x="16979" y="21295"/>
                  <a:pt x="17217" y="21061"/>
                </a:cubicBezTo>
                <a:lnTo>
                  <a:pt x="18263" y="20076"/>
                </a:lnTo>
                <a:cubicBezTo>
                  <a:pt x="18500" y="19839"/>
                  <a:pt x="18526" y="19429"/>
                  <a:pt x="18317" y="19158"/>
                </a:cubicBezTo>
                <a:cubicBezTo>
                  <a:pt x="18317" y="19158"/>
                  <a:pt x="9478" y="7592"/>
                  <a:pt x="9478" y="7592"/>
                </a:cubicBezTo>
                <a:close/>
                <a:moveTo>
                  <a:pt x="3331" y="6965"/>
                </a:moveTo>
                <a:cubicBezTo>
                  <a:pt x="4336" y="6088"/>
                  <a:pt x="5170" y="6693"/>
                  <a:pt x="6282" y="8142"/>
                </a:cubicBezTo>
                <a:cubicBezTo>
                  <a:pt x="6408" y="8304"/>
                  <a:pt x="6575" y="8114"/>
                  <a:pt x="6671" y="8021"/>
                </a:cubicBezTo>
                <a:cubicBezTo>
                  <a:pt x="6766" y="7926"/>
                  <a:pt x="8233" y="6440"/>
                  <a:pt x="8306" y="6370"/>
                </a:cubicBezTo>
                <a:cubicBezTo>
                  <a:pt x="8377" y="6300"/>
                  <a:pt x="8464" y="6167"/>
                  <a:pt x="8349" y="6018"/>
                </a:cubicBezTo>
                <a:cubicBezTo>
                  <a:pt x="8235" y="5868"/>
                  <a:pt x="7817" y="5261"/>
                  <a:pt x="7550" y="4867"/>
                </a:cubicBezTo>
                <a:cubicBezTo>
                  <a:pt x="5603" y="2001"/>
                  <a:pt x="12876" y="57"/>
                  <a:pt x="11758" y="25"/>
                </a:cubicBezTo>
                <a:cubicBezTo>
                  <a:pt x="11190" y="9"/>
                  <a:pt x="8909" y="-20"/>
                  <a:pt x="8569" y="21"/>
                </a:cubicBezTo>
                <a:cubicBezTo>
                  <a:pt x="7186" y="186"/>
                  <a:pt x="5452" y="1638"/>
                  <a:pt x="4578" y="2313"/>
                </a:cubicBezTo>
                <a:cubicBezTo>
                  <a:pt x="3437" y="3196"/>
                  <a:pt x="3011" y="3711"/>
                  <a:pt x="2939" y="3781"/>
                </a:cubicBezTo>
                <a:cubicBezTo>
                  <a:pt x="2617" y="4099"/>
                  <a:pt x="2887" y="4832"/>
                  <a:pt x="2303" y="5410"/>
                </a:cubicBezTo>
                <a:cubicBezTo>
                  <a:pt x="1683" y="6021"/>
                  <a:pt x="1297" y="5560"/>
                  <a:pt x="939" y="5913"/>
                </a:cubicBezTo>
                <a:cubicBezTo>
                  <a:pt x="761" y="6090"/>
                  <a:pt x="264" y="6509"/>
                  <a:pt x="122" y="6650"/>
                </a:cubicBezTo>
                <a:cubicBezTo>
                  <a:pt x="-22" y="6790"/>
                  <a:pt x="-48" y="7030"/>
                  <a:pt x="99" y="7219"/>
                </a:cubicBezTo>
                <a:cubicBezTo>
                  <a:pt x="99" y="7219"/>
                  <a:pt x="1459" y="8912"/>
                  <a:pt x="1574" y="9061"/>
                </a:cubicBezTo>
                <a:cubicBezTo>
                  <a:pt x="1688" y="9210"/>
                  <a:pt x="1994" y="9337"/>
                  <a:pt x="2185" y="9149"/>
                </a:cubicBezTo>
                <a:cubicBezTo>
                  <a:pt x="2375" y="8960"/>
                  <a:pt x="2864" y="8477"/>
                  <a:pt x="2947" y="8394"/>
                </a:cubicBezTo>
                <a:cubicBezTo>
                  <a:pt x="3031" y="8312"/>
                  <a:pt x="2893" y="7349"/>
                  <a:pt x="3331" y="696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0" name="Shape 728"/>
          <p:cNvSpPr/>
          <p:nvPr/>
        </p:nvSpPr>
        <p:spPr>
          <a:xfrm>
            <a:off x="8023598" y="3531442"/>
            <a:ext cx="455681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6" extrusionOk="0">
                <a:moveTo>
                  <a:pt x="11898" y="19600"/>
                </a:moveTo>
                <a:cubicBezTo>
                  <a:pt x="6542" y="20703"/>
                  <a:pt x="1307" y="17254"/>
                  <a:pt x="205" y="11898"/>
                </a:cubicBezTo>
                <a:cubicBezTo>
                  <a:pt x="-897" y="6542"/>
                  <a:pt x="2551" y="1307"/>
                  <a:pt x="7908" y="205"/>
                </a:cubicBezTo>
                <a:cubicBezTo>
                  <a:pt x="13261" y="-897"/>
                  <a:pt x="18494" y="2548"/>
                  <a:pt x="19599" y="7899"/>
                </a:cubicBezTo>
                <a:cubicBezTo>
                  <a:pt x="19600" y="7902"/>
                  <a:pt x="19600" y="7905"/>
                  <a:pt x="19600" y="7907"/>
                </a:cubicBezTo>
                <a:cubicBezTo>
                  <a:pt x="20703" y="13263"/>
                  <a:pt x="17254" y="18499"/>
                  <a:pt x="11898" y="1960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1" name="Shape 729"/>
          <p:cNvSpPr/>
          <p:nvPr/>
        </p:nvSpPr>
        <p:spPr>
          <a:xfrm>
            <a:off x="8166155" y="3684280"/>
            <a:ext cx="170566" cy="150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5832"/>
                </a:moveTo>
                <a:lnTo>
                  <a:pt x="2160" y="15832"/>
                </a:lnTo>
                <a:lnTo>
                  <a:pt x="2160" y="2209"/>
                </a:lnTo>
                <a:lnTo>
                  <a:pt x="19440" y="2209"/>
                </a:lnTo>
                <a:cubicBezTo>
                  <a:pt x="19440" y="2209"/>
                  <a:pt x="19440" y="15832"/>
                  <a:pt x="19440" y="1583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71" y="0"/>
                  <a:pt x="0" y="1104"/>
                  <a:pt x="0" y="2455"/>
                </a:cubicBezTo>
                <a:lnTo>
                  <a:pt x="0" y="15955"/>
                </a:lnTo>
                <a:cubicBezTo>
                  <a:pt x="0" y="17304"/>
                  <a:pt x="953" y="18627"/>
                  <a:pt x="2119" y="18891"/>
                </a:cubicBezTo>
                <a:lnTo>
                  <a:pt x="6839" y="19964"/>
                </a:lnTo>
                <a:cubicBezTo>
                  <a:pt x="6839" y="19964"/>
                  <a:pt x="2775" y="21600"/>
                  <a:pt x="5400" y="21600"/>
                </a:cubicBezTo>
                <a:lnTo>
                  <a:pt x="16200" y="21600"/>
                </a:lnTo>
                <a:cubicBezTo>
                  <a:pt x="18825" y="21600"/>
                  <a:pt x="14761" y="19964"/>
                  <a:pt x="14761" y="19964"/>
                </a:cubicBezTo>
                <a:lnTo>
                  <a:pt x="19483" y="18891"/>
                </a:lnTo>
                <a:cubicBezTo>
                  <a:pt x="20647" y="18627"/>
                  <a:pt x="21600" y="17304"/>
                  <a:pt x="21600" y="15955"/>
                </a:cubicBezTo>
                <a:lnTo>
                  <a:pt x="21600" y="2455"/>
                </a:lnTo>
                <a:cubicBezTo>
                  <a:pt x="21600" y="1104"/>
                  <a:pt x="20629" y="0"/>
                  <a:pt x="1944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4" name="Shape 731"/>
          <p:cNvSpPr/>
          <p:nvPr userDrawn="1"/>
        </p:nvSpPr>
        <p:spPr>
          <a:xfrm>
            <a:off x="3721965" y="3531441"/>
            <a:ext cx="455692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19807" extrusionOk="0">
                <a:moveTo>
                  <a:pt x="7907" y="205"/>
                </a:moveTo>
                <a:cubicBezTo>
                  <a:pt x="13264" y="-897"/>
                  <a:pt x="18498" y="2551"/>
                  <a:pt x="19601" y="7908"/>
                </a:cubicBezTo>
                <a:cubicBezTo>
                  <a:pt x="20703" y="13264"/>
                  <a:pt x="17254" y="18500"/>
                  <a:pt x="11898" y="19602"/>
                </a:cubicBezTo>
                <a:cubicBezTo>
                  <a:pt x="6545" y="20703"/>
                  <a:pt x="1312" y="17258"/>
                  <a:pt x="206" y="11907"/>
                </a:cubicBezTo>
                <a:cubicBezTo>
                  <a:pt x="206" y="11904"/>
                  <a:pt x="205" y="11901"/>
                  <a:pt x="204" y="11899"/>
                </a:cubicBezTo>
                <a:cubicBezTo>
                  <a:pt x="-897" y="6542"/>
                  <a:pt x="2551" y="1307"/>
                  <a:pt x="7907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5" name="Shape 732"/>
          <p:cNvSpPr/>
          <p:nvPr userDrawn="1"/>
        </p:nvSpPr>
        <p:spPr>
          <a:xfrm>
            <a:off x="3865566" y="3708995"/>
            <a:ext cx="168489" cy="1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7201"/>
                </a:moveTo>
                <a:lnTo>
                  <a:pt x="15120" y="7201"/>
                </a:lnTo>
                <a:lnTo>
                  <a:pt x="15120" y="3600"/>
                </a:lnTo>
                <a:lnTo>
                  <a:pt x="19440" y="3600"/>
                </a:lnTo>
                <a:cubicBezTo>
                  <a:pt x="19440" y="3600"/>
                  <a:pt x="19440" y="7201"/>
                  <a:pt x="19440" y="7201"/>
                </a:cubicBezTo>
                <a:close/>
                <a:moveTo>
                  <a:pt x="16200" y="12600"/>
                </a:moveTo>
                <a:lnTo>
                  <a:pt x="16200" y="9000"/>
                </a:lnTo>
                <a:lnTo>
                  <a:pt x="18359" y="9000"/>
                </a:lnTo>
                <a:lnTo>
                  <a:pt x="18359" y="12600"/>
                </a:lnTo>
                <a:cubicBezTo>
                  <a:pt x="18359" y="12600"/>
                  <a:pt x="16200" y="12600"/>
                  <a:pt x="16200" y="12600"/>
                </a:cubicBezTo>
                <a:close/>
                <a:moveTo>
                  <a:pt x="19440" y="18000"/>
                </a:moveTo>
                <a:lnTo>
                  <a:pt x="17280" y="18000"/>
                </a:lnTo>
                <a:lnTo>
                  <a:pt x="17280" y="14401"/>
                </a:lnTo>
                <a:lnTo>
                  <a:pt x="19440" y="14401"/>
                </a:lnTo>
                <a:cubicBezTo>
                  <a:pt x="19440" y="14401"/>
                  <a:pt x="19440" y="18000"/>
                  <a:pt x="19440" y="18000"/>
                </a:cubicBezTo>
                <a:close/>
                <a:moveTo>
                  <a:pt x="16200" y="18000"/>
                </a:moveTo>
                <a:lnTo>
                  <a:pt x="5400" y="18000"/>
                </a:lnTo>
                <a:lnTo>
                  <a:pt x="5400" y="14401"/>
                </a:lnTo>
                <a:lnTo>
                  <a:pt x="16200" y="14401"/>
                </a:lnTo>
                <a:cubicBezTo>
                  <a:pt x="16200" y="14401"/>
                  <a:pt x="16200" y="18000"/>
                  <a:pt x="16200" y="18000"/>
                </a:cubicBezTo>
                <a:close/>
                <a:moveTo>
                  <a:pt x="4319" y="18000"/>
                </a:moveTo>
                <a:lnTo>
                  <a:pt x="2160" y="18000"/>
                </a:lnTo>
                <a:lnTo>
                  <a:pt x="2160" y="14401"/>
                </a:lnTo>
                <a:lnTo>
                  <a:pt x="4319" y="14401"/>
                </a:lnTo>
                <a:cubicBezTo>
                  <a:pt x="4319" y="14401"/>
                  <a:pt x="4319" y="18000"/>
                  <a:pt x="4319" y="18000"/>
                </a:cubicBezTo>
                <a:close/>
                <a:moveTo>
                  <a:pt x="5400" y="9000"/>
                </a:moveTo>
                <a:lnTo>
                  <a:pt x="5400" y="12600"/>
                </a:lnTo>
                <a:lnTo>
                  <a:pt x="3240" y="12600"/>
                </a:lnTo>
                <a:lnTo>
                  <a:pt x="3240" y="9000"/>
                </a:lnTo>
                <a:cubicBezTo>
                  <a:pt x="3240" y="9000"/>
                  <a:pt x="5400" y="9000"/>
                  <a:pt x="5400" y="9000"/>
                </a:cubicBezTo>
                <a:close/>
                <a:moveTo>
                  <a:pt x="2160" y="3600"/>
                </a:moveTo>
                <a:lnTo>
                  <a:pt x="4319" y="3600"/>
                </a:lnTo>
                <a:lnTo>
                  <a:pt x="4319" y="7201"/>
                </a:lnTo>
                <a:lnTo>
                  <a:pt x="2160" y="7201"/>
                </a:lnTo>
                <a:cubicBezTo>
                  <a:pt x="2160" y="7201"/>
                  <a:pt x="2160" y="3600"/>
                  <a:pt x="2160" y="3600"/>
                </a:cubicBezTo>
                <a:close/>
                <a:moveTo>
                  <a:pt x="8639" y="9000"/>
                </a:moveTo>
                <a:lnTo>
                  <a:pt x="8639" y="12600"/>
                </a:lnTo>
                <a:lnTo>
                  <a:pt x="6479" y="12600"/>
                </a:lnTo>
                <a:lnTo>
                  <a:pt x="6479" y="9000"/>
                </a:lnTo>
                <a:cubicBezTo>
                  <a:pt x="6479" y="9000"/>
                  <a:pt x="8639" y="9000"/>
                  <a:pt x="8639" y="9000"/>
                </a:cubicBezTo>
                <a:close/>
                <a:moveTo>
                  <a:pt x="5400" y="3600"/>
                </a:moveTo>
                <a:lnTo>
                  <a:pt x="7560" y="3600"/>
                </a:lnTo>
                <a:lnTo>
                  <a:pt x="7560" y="7201"/>
                </a:lnTo>
                <a:lnTo>
                  <a:pt x="5400" y="7201"/>
                </a:lnTo>
                <a:cubicBezTo>
                  <a:pt x="5400" y="7201"/>
                  <a:pt x="5400" y="3600"/>
                  <a:pt x="5400" y="3600"/>
                </a:cubicBezTo>
                <a:close/>
                <a:moveTo>
                  <a:pt x="11880" y="9000"/>
                </a:moveTo>
                <a:lnTo>
                  <a:pt x="11880" y="12600"/>
                </a:lnTo>
                <a:lnTo>
                  <a:pt x="9720" y="12600"/>
                </a:lnTo>
                <a:lnTo>
                  <a:pt x="9720" y="9000"/>
                </a:lnTo>
                <a:cubicBezTo>
                  <a:pt x="9720" y="9000"/>
                  <a:pt x="11880" y="9000"/>
                  <a:pt x="11880" y="9000"/>
                </a:cubicBezTo>
                <a:close/>
                <a:moveTo>
                  <a:pt x="8639" y="3600"/>
                </a:moveTo>
                <a:lnTo>
                  <a:pt x="10799" y="3600"/>
                </a:lnTo>
                <a:lnTo>
                  <a:pt x="10799" y="7201"/>
                </a:lnTo>
                <a:lnTo>
                  <a:pt x="8639" y="7201"/>
                </a:lnTo>
                <a:cubicBezTo>
                  <a:pt x="8639" y="7201"/>
                  <a:pt x="8639" y="3600"/>
                  <a:pt x="8639" y="3600"/>
                </a:cubicBezTo>
                <a:close/>
                <a:moveTo>
                  <a:pt x="15120" y="9000"/>
                </a:moveTo>
                <a:lnTo>
                  <a:pt x="15120" y="12600"/>
                </a:lnTo>
                <a:lnTo>
                  <a:pt x="12959" y="12600"/>
                </a:lnTo>
                <a:lnTo>
                  <a:pt x="12959" y="9000"/>
                </a:lnTo>
                <a:cubicBezTo>
                  <a:pt x="12959" y="9000"/>
                  <a:pt x="15120" y="9000"/>
                  <a:pt x="15120" y="9000"/>
                </a:cubicBezTo>
                <a:close/>
                <a:moveTo>
                  <a:pt x="11880" y="3600"/>
                </a:moveTo>
                <a:lnTo>
                  <a:pt x="14040" y="3600"/>
                </a:lnTo>
                <a:lnTo>
                  <a:pt x="14040" y="7201"/>
                </a:lnTo>
                <a:lnTo>
                  <a:pt x="11880" y="7201"/>
                </a:lnTo>
                <a:cubicBezTo>
                  <a:pt x="11880" y="7201"/>
                  <a:pt x="11880" y="3600"/>
                  <a:pt x="11880" y="3600"/>
                </a:cubicBezTo>
                <a:close/>
                <a:moveTo>
                  <a:pt x="20088" y="0"/>
                </a:moveTo>
                <a:lnTo>
                  <a:pt x="1511" y="0"/>
                </a:lnTo>
                <a:cubicBezTo>
                  <a:pt x="680" y="0"/>
                  <a:pt x="0" y="1134"/>
                  <a:pt x="0" y="2519"/>
                </a:cubicBezTo>
                <a:lnTo>
                  <a:pt x="0" y="19081"/>
                </a:lnTo>
                <a:cubicBezTo>
                  <a:pt x="0" y="20466"/>
                  <a:pt x="680" y="21600"/>
                  <a:pt x="1511" y="21600"/>
                </a:cubicBezTo>
                <a:lnTo>
                  <a:pt x="20088" y="21600"/>
                </a:lnTo>
                <a:cubicBezTo>
                  <a:pt x="20920" y="21600"/>
                  <a:pt x="21600" y="20466"/>
                  <a:pt x="21600" y="19081"/>
                </a:cubicBezTo>
                <a:lnTo>
                  <a:pt x="21600" y="2519"/>
                </a:lnTo>
                <a:cubicBezTo>
                  <a:pt x="21600" y="1134"/>
                  <a:pt x="20920" y="0"/>
                  <a:pt x="20088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7" name="Shape 734"/>
          <p:cNvSpPr/>
          <p:nvPr userDrawn="1"/>
        </p:nvSpPr>
        <p:spPr>
          <a:xfrm>
            <a:off x="3721967" y="4375499"/>
            <a:ext cx="455687" cy="45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6" h="19807" extrusionOk="0">
                <a:moveTo>
                  <a:pt x="7908" y="205"/>
                </a:moveTo>
                <a:cubicBezTo>
                  <a:pt x="13264" y="-897"/>
                  <a:pt x="18499" y="2552"/>
                  <a:pt x="19601" y="7908"/>
                </a:cubicBezTo>
                <a:cubicBezTo>
                  <a:pt x="20703" y="13265"/>
                  <a:pt x="17255" y="18500"/>
                  <a:pt x="11899" y="19602"/>
                </a:cubicBezTo>
                <a:cubicBezTo>
                  <a:pt x="6545" y="20703"/>
                  <a:pt x="1313" y="17258"/>
                  <a:pt x="207" y="11907"/>
                </a:cubicBezTo>
                <a:cubicBezTo>
                  <a:pt x="207" y="11904"/>
                  <a:pt x="206" y="11901"/>
                  <a:pt x="206" y="11899"/>
                </a:cubicBezTo>
                <a:cubicBezTo>
                  <a:pt x="-897" y="6543"/>
                  <a:pt x="2552" y="1307"/>
                  <a:pt x="7908" y="20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38100" cap="flat">
            <a:solidFill>
              <a:schemeClr val="bg1"/>
            </a:solidFill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8" name="Shape 735"/>
          <p:cNvSpPr/>
          <p:nvPr userDrawn="1"/>
        </p:nvSpPr>
        <p:spPr>
          <a:xfrm>
            <a:off x="3894101" y="4533357"/>
            <a:ext cx="111420" cy="140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9" y="0"/>
                </a:moveTo>
                <a:cubicBezTo>
                  <a:pt x="4836" y="0"/>
                  <a:pt x="0" y="1447"/>
                  <a:pt x="0" y="3231"/>
                </a:cubicBezTo>
                <a:lnTo>
                  <a:pt x="0" y="4776"/>
                </a:lnTo>
                <a:cubicBezTo>
                  <a:pt x="0" y="6669"/>
                  <a:pt x="4836" y="8203"/>
                  <a:pt x="10799" y="8203"/>
                </a:cubicBezTo>
                <a:cubicBezTo>
                  <a:pt x="16764" y="8203"/>
                  <a:pt x="21600" y="6669"/>
                  <a:pt x="21600" y="4776"/>
                </a:cubicBezTo>
                <a:lnTo>
                  <a:pt x="21600" y="3231"/>
                </a:lnTo>
                <a:cubicBezTo>
                  <a:pt x="21600" y="1447"/>
                  <a:pt x="16764" y="0"/>
                  <a:pt x="10799" y="0"/>
                </a:cubicBezTo>
                <a:close/>
                <a:moveTo>
                  <a:pt x="21195" y="8008"/>
                </a:moveTo>
                <a:cubicBezTo>
                  <a:pt x="19915" y="9488"/>
                  <a:pt x="15746" y="10572"/>
                  <a:pt x="10799" y="10572"/>
                </a:cubicBezTo>
                <a:cubicBezTo>
                  <a:pt x="5856" y="10572"/>
                  <a:pt x="1685" y="9488"/>
                  <a:pt x="405" y="8008"/>
                </a:cubicBezTo>
                <a:cubicBezTo>
                  <a:pt x="141" y="7702"/>
                  <a:pt x="0" y="7868"/>
                  <a:pt x="0" y="8007"/>
                </a:cubicBezTo>
                <a:cubicBezTo>
                  <a:pt x="0" y="8144"/>
                  <a:pt x="0" y="10898"/>
                  <a:pt x="0" y="10898"/>
                </a:cubicBezTo>
                <a:cubicBezTo>
                  <a:pt x="0" y="13061"/>
                  <a:pt x="4836" y="14814"/>
                  <a:pt x="10799" y="14814"/>
                </a:cubicBezTo>
                <a:cubicBezTo>
                  <a:pt x="16764" y="14814"/>
                  <a:pt x="21600" y="13061"/>
                  <a:pt x="21600" y="10898"/>
                </a:cubicBezTo>
                <a:cubicBezTo>
                  <a:pt x="21600" y="10898"/>
                  <a:pt x="21600" y="8144"/>
                  <a:pt x="21600" y="8007"/>
                </a:cubicBezTo>
                <a:cubicBezTo>
                  <a:pt x="21600" y="7868"/>
                  <a:pt x="21459" y="7702"/>
                  <a:pt x="21195" y="8008"/>
                </a:cubicBezTo>
                <a:close/>
                <a:moveTo>
                  <a:pt x="21176" y="14285"/>
                </a:moveTo>
                <a:cubicBezTo>
                  <a:pt x="19876" y="15959"/>
                  <a:pt x="15722" y="17184"/>
                  <a:pt x="10799" y="17184"/>
                </a:cubicBezTo>
                <a:cubicBezTo>
                  <a:pt x="5878" y="17184"/>
                  <a:pt x="1724" y="15959"/>
                  <a:pt x="424" y="14285"/>
                </a:cubicBezTo>
                <a:cubicBezTo>
                  <a:pt x="147" y="13932"/>
                  <a:pt x="0" y="14121"/>
                  <a:pt x="0" y="14297"/>
                </a:cubicBezTo>
                <a:cubicBezTo>
                  <a:pt x="0" y="14472"/>
                  <a:pt x="0" y="16754"/>
                  <a:pt x="0" y="16754"/>
                </a:cubicBezTo>
                <a:cubicBezTo>
                  <a:pt x="0" y="19133"/>
                  <a:pt x="4836" y="21600"/>
                  <a:pt x="10799" y="21600"/>
                </a:cubicBezTo>
                <a:cubicBezTo>
                  <a:pt x="16764" y="21600"/>
                  <a:pt x="21600" y="19133"/>
                  <a:pt x="21600" y="16754"/>
                </a:cubicBezTo>
                <a:cubicBezTo>
                  <a:pt x="21600" y="16754"/>
                  <a:pt x="21600" y="14472"/>
                  <a:pt x="21600" y="14297"/>
                </a:cubicBezTo>
                <a:cubicBezTo>
                  <a:pt x="21600" y="14121"/>
                  <a:pt x="21453" y="13932"/>
                  <a:pt x="21176" y="1428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100" name="Content Placeholder 20"/>
          <p:cNvSpPr>
            <a:spLocks noGrp="1"/>
          </p:cNvSpPr>
          <p:nvPr userDrawn="1">
            <p:ph sz="quarter" idx="24"/>
          </p:nvPr>
        </p:nvSpPr>
        <p:spPr>
          <a:xfrm>
            <a:off x="2082800" y="2687597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1" name="Text Placeholder 17"/>
          <p:cNvSpPr>
            <a:spLocks noGrp="1"/>
          </p:cNvSpPr>
          <p:nvPr userDrawn="1">
            <p:ph type="body" sz="quarter" idx="25"/>
          </p:nvPr>
        </p:nvSpPr>
        <p:spPr>
          <a:xfrm>
            <a:off x="1370012" y="2931746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06" name="Content Placeholder 20"/>
          <p:cNvSpPr>
            <a:spLocks noGrp="1"/>
          </p:cNvSpPr>
          <p:nvPr userDrawn="1">
            <p:ph sz="quarter" idx="26"/>
          </p:nvPr>
        </p:nvSpPr>
        <p:spPr>
          <a:xfrm>
            <a:off x="8685212" y="3540647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7" name="Text Placeholder 17"/>
          <p:cNvSpPr>
            <a:spLocks noGrp="1"/>
          </p:cNvSpPr>
          <p:nvPr userDrawn="1">
            <p:ph type="body" sz="quarter" idx="27"/>
          </p:nvPr>
        </p:nvSpPr>
        <p:spPr>
          <a:xfrm>
            <a:off x="8685212" y="3784796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08" name="Content Placeholder 20"/>
          <p:cNvSpPr>
            <a:spLocks noGrp="1"/>
          </p:cNvSpPr>
          <p:nvPr userDrawn="1">
            <p:ph sz="quarter" idx="28"/>
          </p:nvPr>
        </p:nvSpPr>
        <p:spPr>
          <a:xfrm>
            <a:off x="2082800" y="3540647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9" name="Text Placeholder 17"/>
          <p:cNvSpPr>
            <a:spLocks noGrp="1"/>
          </p:cNvSpPr>
          <p:nvPr userDrawn="1">
            <p:ph type="body" sz="quarter" idx="29"/>
          </p:nvPr>
        </p:nvSpPr>
        <p:spPr>
          <a:xfrm>
            <a:off x="1370012" y="3784796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0" name="Content Placeholder 20"/>
          <p:cNvSpPr>
            <a:spLocks noGrp="1"/>
          </p:cNvSpPr>
          <p:nvPr userDrawn="1">
            <p:ph sz="quarter" idx="30"/>
          </p:nvPr>
        </p:nvSpPr>
        <p:spPr>
          <a:xfrm>
            <a:off x="8685212" y="4375499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1" name="Text Placeholder 17"/>
          <p:cNvSpPr>
            <a:spLocks noGrp="1"/>
          </p:cNvSpPr>
          <p:nvPr userDrawn="1">
            <p:ph type="body" sz="quarter" idx="31"/>
          </p:nvPr>
        </p:nvSpPr>
        <p:spPr>
          <a:xfrm>
            <a:off x="8685212" y="4619648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2" name="Content Placeholder 20"/>
          <p:cNvSpPr>
            <a:spLocks noGrp="1"/>
          </p:cNvSpPr>
          <p:nvPr userDrawn="1">
            <p:ph sz="quarter" idx="32"/>
          </p:nvPr>
        </p:nvSpPr>
        <p:spPr>
          <a:xfrm>
            <a:off x="2082800" y="4375499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3" name="Text Placeholder 17"/>
          <p:cNvSpPr>
            <a:spLocks noGrp="1"/>
          </p:cNvSpPr>
          <p:nvPr userDrawn="1">
            <p:ph type="body" sz="quarter" idx="33"/>
          </p:nvPr>
        </p:nvSpPr>
        <p:spPr>
          <a:xfrm>
            <a:off x="1370012" y="4619648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4" name="Content Placeholder 20"/>
          <p:cNvSpPr>
            <a:spLocks noGrp="1"/>
          </p:cNvSpPr>
          <p:nvPr userDrawn="1">
            <p:ph sz="quarter" idx="34"/>
          </p:nvPr>
        </p:nvSpPr>
        <p:spPr>
          <a:xfrm>
            <a:off x="8685212" y="5228549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5" name="Text Placeholder 17"/>
          <p:cNvSpPr>
            <a:spLocks noGrp="1"/>
          </p:cNvSpPr>
          <p:nvPr userDrawn="1">
            <p:ph type="body" sz="quarter" idx="35"/>
          </p:nvPr>
        </p:nvSpPr>
        <p:spPr>
          <a:xfrm>
            <a:off x="8685212" y="5472698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6" name="Content Placeholder 20"/>
          <p:cNvSpPr>
            <a:spLocks noGrp="1"/>
          </p:cNvSpPr>
          <p:nvPr userDrawn="1">
            <p:ph sz="quarter" idx="36"/>
          </p:nvPr>
        </p:nvSpPr>
        <p:spPr>
          <a:xfrm>
            <a:off x="2082800" y="5228549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7" name="Text Placeholder 17"/>
          <p:cNvSpPr>
            <a:spLocks noGrp="1"/>
          </p:cNvSpPr>
          <p:nvPr userDrawn="1">
            <p:ph type="body" sz="quarter" idx="37"/>
          </p:nvPr>
        </p:nvSpPr>
        <p:spPr>
          <a:xfrm>
            <a:off x="1370012" y="5472698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0429672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 advAuto="0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10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3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4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5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7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hone-black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5078677" y="1495425"/>
            <a:ext cx="2031471" cy="40195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835"/>
          <p:cNvGrpSpPr/>
          <p:nvPr userDrawn="1"/>
        </p:nvGrpSpPr>
        <p:grpSpPr>
          <a:xfrm>
            <a:off x="7694612" y="2013907"/>
            <a:ext cx="455700" cy="455814"/>
            <a:chOff x="0" y="0"/>
            <a:chExt cx="911635" cy="911627"/>
          </a:xfrm>
        </p:grpSpPr>
        <p:sp>
          <p:nvSpPr>
            <p:cNvPr id="152" name="Shape 833"/>
            <p:cNvSpPr/>
            <p:nvPr/>
          </p:nvSpPr>
          <p:spPr>
            <a:xfrm>
              <a:off x="-1" y="-1"/>
              <a:ext cx="911637" cy="91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rgbClr val="C0392B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153" name="Shape 834"/>
            <p:cNvSpPr/>
            <p:nvPr/>
          </p:nvSpPr>
          <p:spPr>
            <a:xfrm>
              <a:off x="287863" y="322425"/>
              <a:ext cx="335910" cy="239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76" y="15428"/>
                  </a:moveTo>
                  <a:lnTo>
                    <a:pt x="8376" y="6172"/>
                  </a:lnTo>
                  <a:lnTo>
                    <a:pt x="13886" y="10798"/>
                  </a:lnTo>
                  <a:cubicBezTo>
                    <a:pt x="13886" y="10798"/>
                    <a:pt x="8376" y="15428"/>
                    <a:pt x="8376" y="15428"/>
                  </a:cubicBezTo>
                  <a:close/>
                  <a:moveTo>
                    <a:pt x="21600" y="3084"/>
                  </a:moveTo>
                  <a:lnTo>
                    <a:pt x="21600" y="1234"/>
                  </a:lnTo>
                  <a:cubicBezTo>
                    <a:pt x="21600" y="554"/>
                    <a:pt x="21205" y="0"/>
                    <a:pt x="20719" y="0"/>
                  </a:cubicBezTo>
                  <a:lnTo>
                    <a:pt x="881" y="0"/>
                  </a:lnTo>
                  <a:cubicBezTo>
                    <a:pt x="394" y="0"/>
                    <a:pt x="0" y="554"/>
                    <a:pt x="0" y="1234"/>
                  </a:cubicBezTo>
                  <a:lnTo>
                    <a:pt x="0" y="3084"/>
                  </a:lnTo>
                  <a:lnTo>
                    <a:pt x="2204" y="3084"/>
                  </a:lnTo>
                  <a:lnTo>
                    <a:pt x="2204" y="6172"/>
                  </a:lnTo>
                  <a:lnTo>
                    <a:pt x="0" y="6172"/>
                  </a:lnTo>
                  <a:lnTo>
                    <a:pt x="0" y="9256"/>
                  </a:lnTo>
                  <a:lnTo>
                    <a:pt x="2204" y="9256"/>
                  </a:lnTo>
                  <a:lnTo>
                    <a:pt x="2204" y="12344"/>
                  </a:lnTo>
                  <a:lnTo>
                    <a:pt x="0" y="12344"/>
                  </a:lnTo>
                  <a:lnTo>
                    <a:pt x="0" y="15428"/>
                  </a:lnTo>
                  <a:lnTo>
                    <a:pt x="2204" y="15428"/>
                  </a:lnTo>
                  <a:lnTo>
                    <a:pt x="2204" y="18516"/>
                  </a:lnTo>
                  <a:lnTo>
                    <a:pt x="0" y="18516"/>
                  </a:lnTo>
                  <a:lnTo>
                    <a:pt x="0" y="20366"/>
                  </a:lnTo>
                  <a:cubicBezTo>
                    <a:pt x="0" y="21046"/>
                    <a:pt x="394" y="21600"/>
                    <a:pt x="881" y="21600"/>
                  </a:cubicBezTo>
                  <a:lnTo>
                    <a:pt x="20719" y="21600"/>
                  </a:lnTo>
                  <a:cubicBezTo>
                    <a:pt x="21205" y="21600"/>
                    <a:pt x="21600" y="21046"/>
                    <a:pt x="21600" y="20366"/>
                  </a:cubicBezTo>
                  <a:lnTo>
                    <a:pt x="21600" y="18516"/>
                  </a:lnTo>
                  <a:lnTo>
                    <a:pt x="19396" y="18516"/>
                  </a:lnTo>
                  <a:lnTo>
                    <a:pt x="19396" y="15428"/>
                  </a:lnTo>
                  <a:lnTo>
                    <a:pt x="21600" y="15428"/>
                  </a:lnTo>
                  <a:lnTo>
                    <a:pt x="21600" y="12344"/>
                  </a:lnTo>
                  <a:lnTo>
                    <a:pt x="19396" y="12344"/>
                  </a:lnTo>
                  <a:lnTo>
                    <a:pt x="19396" y="9256"/>
                  </a:lnTo>
                  <a:lnTo>
                    <a:pt x="21600" y="9256"/>
                  </a:lnTo>
                  <a:lnTo>
                    <a:pt x="21600" y="6172"/>
                  </a:lnTo>
                  <a:lnTo>
                    <a:pt x="19396" y="6172"/>
                  </a:lnTo>
                  <a:lnTo>
                    <a:pt x="19396" y="3084"/>
                  </a:lnTo>
                  <a:cubicBezTo>
                    <a:pt x="19396" y="3084"/>
                    <a:pt x="21600" y="3084"/>
                    <a:pt x="21600" y="308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3" name="Group 718"/>
          <p:cNvGrpSpPr/>
          <p:nvPr userDrawn="1"/>
        </p:nvGrpSpPr>
        <p:grpSpPr>
          <a:xfrm>
            <a:off x="4038525" y="2006289"/>
            <a:ext cx="455687" cy="455814"/>
            <a:chOff x="0" y="0"/>
            <a:chExt cx="911610" cy="911627"/>
          </a:xfrm>
        </p:grpSpPr>
        <p:sp>
          <p:nvSpPr>
            <p:cNvPr id="78" name="Shape 716"/>
            <p:cNvSpPr/>
            <p:nvPr/>
          </p:nvSpPr>
          <p:spPr>
            <a:xfrm>
              <a:off x="0" y="0"/>
              <a:ext cx="911611" cy="911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79" name="Shape 717"/>
            <p:cNvSpPr/>
            <p:nvPr/>
          </p:nvSpPr>
          <p:spPr>
            <a:xfrm>
              <a:off x="334270" y="282472"/>
              <a:ext cx="243070" cy="335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086" extrusionOk="0">
                  <a:moveTo>
                    <a:pt x="21023" y="5250"/>
                  </a:moveTo>
                  <a:lnTo>
                    <a:pt x="7163" y="195"/>
                  </a:lnTo>
                  <a:cubicBezTo>
                    <a:pt x="5264" y="-514"/>
                    <a:pt x="1521" y="853"/>
                    <a:pt x="445" y="2057"/>
                  </a:cubicBezTo>
                  <a:cubicBezTo>
                    <a:pt x="-35" y="2595"/>
                    <a:pt x="0" y="2983"/>
                    <a:pt x="0" y="3203"/>
                  </a:cubicBezTo>
                  <a:lnTo>
                    <a:pt x="173" y="14619"/>
                  </a:lnTo>
                  <a:cubicBezTo>
                    <a:pt x="184" y="14862"/>
                    <a:pt x="614" y="15188"/>
                    <a:pt x="983" y="15348"/>
                  </a:cubicBezTo>
                  <a:cubicBezTo>
                    <a:pt x="1753" y="15682"/>
                    <a:pt x="13399" y="20826"/>
                    <a:pt x="13729" y="20972"/>
                  </a:cubicBezTo>
                  <a:cubicBezTo>
                    <a:pt x="13905" y="21051"/>
                    <a:pt x="14115" y="21086"/>
                    <a:pt x="14322" y="21086"/>
                  </a:cubicBezTo>
                  <a:cubicBezTo>
                    <a:pt x="14499" y="21086"/>
                    <a:pt x="14675" y="21058"/>
                    <a:pt x="14834" y="21002"/>
                  </a:cubicBezTo>
                  <a:cubicBezTo>
                    <a:pt x="15185" y="20881"/>
                    <a:pt x="15404" y="20645"/>
                    <a:pt x="15404" y="20388"/>
                  </a:cubicBezTo>
                  <a:lnTo>
                    <a:pt x="15404" y="8397"/>
                  </a:lnTo>
                  <a:cubicBezTo>
                    <a:pt x="15404" y="8148"/>
                    <a:pt x="15198" y="7917"/>
                    <a:pt x="14862" y="7792"/>
                  </a:cubicBezTo>
                  <a:lnTo>
                    <a:pt x="2263" y="2817"/>
                  </a:lnTo>
                  <a:cubicBezTo>
                    <a:pt x="2408" y="2620"/>
                    <a:pt x="2968" y="2205"/>
                    <a:pt x="3997" y="1825"/>
                  </a:cubicBezTo>
                  <a:cubicBezTo>
                    <a:pt x="5082" y="1422"/>
                    <a:pt x="5896" y="1574"/>
                    <a:pt x="6082" y="1625"/>
                  </a:cubicBezTo>
                  <a:cubicBezTo>
                    <a:pt x="6082" y="1625"/>
                    <a:pt x="18173" y="6203"/>
                    <a:pt x="18544" y="6339"/>
                  </a:cubicBezTo>
                  <a:cubicBezTo>
                    <a:pt x="18911" y="6476"/>
                    <a:pt x="18918" y="6495"/>
                    <a:pt x="18918" y="6729"/>
                  </a:cubicBezTo>
                  <a:cubicBezTo>
                    <a:pt x="18918" y="6961"/>
                    <a:pt x="18918" y="18107"/>
                    <a:pt x="18918" y="18107"/>
                  </a:cubicBezTo>
                  <a:cubicBezTo>
                    <a:pt x="18918" y="18674"/>
                    <a:pt x="19733" y="18906"/>
                    <a:pt x="20330" y="18906"/>
                  </a:cubicBezTo>
                  <a:cubicBezTo>
                    <a:pt x="20927" y="18906"/>
                    <a:pt x="21565" y="18493"/>
                    <a:pt x="21565" y="18107"/>
                  </a:cubicBezTo>
                  <a:lnTo>
                    <a:pt x="21565" y="5855"/>
                  </a:lnTo>
                  <a:cubicBezTo>
                    <a:pt x="21565" y="5605"/>
                    <a:pt x="21357" y="5375"/>
                    <a:pt x="21023" y="52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8360752" y="2006502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60752" y="2250651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294312" y="2070512"/>
            <a:ext cx="1600200" cy="2869376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grpSp>
        <p:nvGrpSpPr>
          <p:cNvPr id="4" name="Group 715"/>
          <p:cNvGrpSpPr/>
          <p:nvPr userDrawn="1"/>
        </p:nvGrpSpPr>
        <p:grpSpPr>
          <a:xfrm>
            <a:off x="4038472" y="4538461"/>
            <a:ext cx="455691" cy="455814"/>
            <a:chOff x="0" y="0"/>
            <a:chExt cx="911618" cy="911627"/>
          </a:xfrm>
        </p:grpSpPr>
        <p:sp>
          <p:nvSpPr>
            <p:cNvPr id="75" name="Shape 713"/>
            <p:cNvSpPr/>
            <p:nvPr/>
          </p:nvSpPr>
          <p:spPr>
            <a:xfrm>
              <a:off x="-1" y="-1"/>
              <a:ext cx="911620" cy="91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76" name="Shape 714"/>
            <p:cNvSpPr/>
            <p:nvPr/>
          </p:nvSpPr>
          <p:spPr>
            <a:xfrm>
              <a:off x="325844" y="282472"/>
              <a:ext cx="259931" cy="335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205" extrusionOk="0">
                  <a:moveTo>
                    <a:pt x="5865" y="2548"/>
                  </a:moveTo>
                  <a:lnTo>
                    <a:pt x="5867" y="15695"/>
                  </a:lnTo>
                  <a:cubicBezTo>
                    <a:pt x="4944" y="15546"/>
                    <a:pt x="3872" y="15602"/>
                    <a:pt x="2808" y="15909"/>
                  </a:cubicBezTo>
                  <a:cubicBezTo>
                    <a:pt x="413" y="16599"/>
                    <a:pt x="-431" y="18279"/>
                    <a:pt x="203" y="19659"/>
                  </a:cubicBezTo>
                  <a:cubicBezTo>
                    <a:pt x="839" y="21041"/>
                    <a:pt x="2710" y="21600"/>
                    <a:pt x="5104" y="20909"/>
                  </a:cubicBezTo>
                  <a:cubicBezTo>
                    <a:pt x="7137" y="20323"/>
                    <a:pt x="8468" y="19024"/>
                    <a:pt x="8434" y="17799"/>
                  </a:cubicBezTo>
                  <a:cubicBezTo>
                    <a:pt x="8434" y="17799"/>
                    <a:pt x="8434" y="10827"/>
                    <a:pt x="8434" y="6940"/>
                  </a:cubicBezTo>
                  <a:lnTo>
                    <a:pt x="18567" y="5136"/>
                  </a:lnTo>
                  <a:lnTo>
                    <a:pt x="18567" y="13479"/>
                  </a:lnTo>
                  <a:cubicBezTo>
                    <a:pt x="17645" y="13330"/>
                    <a:pt x="16572" y="13386"/>
                    <a:pt x="15509" y="13693"/>
                  </a:cubicBezTo>
                  <a:cubicBezTo>
                    <a:pt x="13115" y="14384"/>
                    <a:pt x="12270" y="16064"/>
                    <a:pt x="12905" y="17443"/>
                  </a:cubicBezTo>
                  <a:cubicBezTo>
                    <a:pt x="13539" y="18825"/>
                    <a:pt x="15411" y="19384"/>
                    <a:pt x="17806" y="18694"/>
                  </a:cubicBezTo>
                  <a:cubicBezTo>
                    <a:pt x="19839" y="18107"/>
                    <a:pt x="21169" y="16808"/>
                    <a:pt x="21136" y="15583"/>
                  </a:cubicBezTo>
                  <a:lnTo>
                    <a:pt x="21136" y="0"/>
                  </a:lnTo>
                  <a:cubicBezTo>
                    <a:pt x="21136" y="0"/>
                    <a:pt x="5865" y="2548"/>
                    <a:pt x="5865" y="25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5" name="Group 721"/>
          <p:cNvGrpSpPr/>
          <p:nvPr userDrawn="1"/>
        </p:nvGrpSpPr>
        <p:grpSpPr>
          <a:xfrm>
            <a:off x="7699128" y="3694403"/>
            <a:ext cx="455701" cy="455815"/>
            <a:chOff x="-1" y="-1"/>
            <a:chExt cx="911637" cy="911629"/>
          </a:xfrm>
        </p:grpSpPr>
        <p:sp>
          <p:nvSpPr>
            <p:cNvPr id="81" name="Shape 719"/>
            <p:cNvSpPr/>
            <p:nvPr/>
          </p:nvSpPr>
          <p:spPr>
            <a:xfrm>
              <a:off x="-1" y="-1"/>
              <a:ext cx="911637" cy="91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82" name="Shape 720"/>
            <p:cNvSpPr/>
            <p:nvPr/>
          </p:nvSpPr>
          <p:spPr>
            <a:xfrm>
              <a:off x="287861" y="287871"/>
              <a:ext cx="335911" cy="335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5497"/>
                  </a:moveTo>
                  <a:cubicBezTo>
                    <a:pt x="8207" y="15497"/>
                    <a:pt x="6104" y="13394"/>
                    <a:pt x="6104" y="10801"/>
                  </a:cubicBezTo>
                  <a:cubicBezTo>
                    <a:pt x="6104" y="8206"/>
                    <a:pt x="8207" y="6103"/>
                    <a:pt x="10800" y="6103"/>
                  </a:cubicBezTo>
                  <a:cubicBezTo>
                    <a:pt x="13395" y="6103"/>
                    <a:pt x="15497" y="8206"/>
                    <a:pt x="15497" y="10801"/>
                  </a:cubicBezTo>
                  <a:cubicBezTo>
                    <a:pt x="15497" y="13394"/>
                    <a:pt x="13395" y="15497"/>
                    <a:pt x="10800" y="15497"/>
                  </a:cubicBezTo>
                  <a:close/>
                  <a:moveTo>
                    <a:pt x="19522" y="10801"/>
                  </a:moveTo>
                  <a:cubicBezTo>
                    <a:pt x="19522" y="9454"/>
                    <a:pt x="20352" y="8390"/>
                    <a:pt x="21600" y="7659"/>
                  </a:cubicBezTo>
                  <a:cubicBezTo>
                    <a:pt x="21376" y="6908"/>
                    <a:pt x="21077" y="6187"/>
                    <a:pt x="20711" y="5509"/>
                  </a:cubicBezTo>
                  <a:cubicBezTo>
                    <a:pt x="19310" y="5876"/>
                    <a:pt x="18177" y="5328"/>
                    <a:pt x="17225" y="4375"/>
                  </a:cubicBezTo>
                  <a:cubicBezTo>
                    <a:pt x="16273" y="3423"/>
                    <a:pt x="15982" y="2288"/>
                    <a:pt x="16347" y="889"/>
                  </a:cubicBezTo>
                  <a:cubicBezTo>
                    <a:pt x="15671" y="522"/>
                    <a:pt x="14951" y="224"/>
                    <a:pt x="14198" y="0"/>
                  </a:cubicBezTo>
                  <a:cubicBezTo>
                    <a:pt x="13467" y="1248"/>
                    <a:pt x="12147" y="2078"/>
                    <a:pt x="10800" y="2078"/>
                  </a:cubicBezTo>
                  <a:cubicBezTo>
                    <a:pt x="9453" y="2078"/>
                    <a:pt x="8134" y="1248"/>
                    <a:pt x="7403" y="0"/>
                  </a:cubicBezTo>
                  <a:cubicBezTo>
                    <a:pt x="6651" y="224"/>
                    <a:pt x="5931" y="522"/>
                    <a:pt x="5253" y="889"/>
                  </a:cubicBezTo>
                  <a:cubicBezTo>
                    <a:pt x="5620" y="2288"/>
                    <a:pt x="5329" y="3422"/>
                    <a:pt x="4375" y="4375"/>
                  </a:cubicBezTo>
                  <a:cubicBezTo>
                    <a:pt x="3423" y="5328"/>
                    <a:pt x="2290" y="5876"/>
                    <a:pt x="890" y="5510"/>
                  </a:cubicBezTo>
                  <a:cubicBezTo>
                    <a:pt x="523" y="6187"/>
                    <a:pt x="224" y="6908"/>
                    <a:pt x="0" y="7659"/>
                  </a:cubicBezTo>
                  <a:cubicBezTo>
                    <a:pt x="1249" y="8390"/>
                    <a:pt x="2078" y="9454"/>
                    <a:pt x="2078" y="10801"/>
                  </a:cubicBezTo>
                  <a:cubicBezTo>
                    <a:pt x="2078" y="12146"/>
                    <a:pt x="1249" y="13467"/>
                    <a:pt x="0" y="14198"/>
                  </a:cubicBezTo>
                  <a:cubicBezTo>
                    <a:pt x="224" y="14950"/>
                    <a:pt x="523" y="15670"/>
                    <a:pt x="890" y="16348"/>
                  </a:cubicBezTo>
                  <a:cubicBezTo>
                    <a:pt x="2290" y="15981"/>
                    <a:pt x="3423" y="16272"/>
                    <a:pt x="4375" y="17226"/>
                  </a:cubicBezTo>
                  <a:cubicBezTo>
                    <a:pt x="5327" y="18178"/>
                    <a:pt x="5620" y="19312"/>
                    <a:pt x="5253" y="20711"/>
                  </a:cubicBezTo>
                  <a:cubicBezTo>
                    <a:pt x="5931" y="21078"/>
                    <a:pt x="6651" y="21377"/>
                    <a:pt x="7403" y="21600"/>
                  </a:cubicBezTo>
                  <a:cubicBezTo>
                    <a:pt x="8134" y="20352"/>
                    <a:pt x="9453" y="19524"/>
                    <a:pt x="10800" y="19524"/>
                  </a:cubicBezTo>
                  <a:cubicBezTo>
                    <a:pt x="12147" y="19524"/>
                    <a:pt x="13467" y="20352"/>
                    <a:pt x="14198" y="21600"/>
                  </a:cubicBezTo>
                  <a:cubicBezTo>
                    <a:pt x="14951" y="21376"/>
                    <a:pt x="15671" y="21078"/>
                    <a:pt x="16349" y="20711"/>
                  </a:cubicBezTo>
                  <a:cubicBezTo>
                    <a:pt x="15982" y="19312"/>
                    <a:pt x="16273" y="18178"/>
                    <a:pt x="17225" y="17226"/>
                  </a:cubicBezTo>
                  <a:cubicBezTo>
                    <a:pt x="18177" y="16272"/>
                    <a:pt x="19310" y="15724"/>
                    <a:pt x="20711" y="16091"/>
                  </a:cubicBezTo>
                  <a:cubicBezTo>
                    <a:pt x="21077" y="15413"/>
                    <a:pt x="21376" y="14693"/>
                    <a:pt x="21600" y="13941"/>
                  </a:cubicBezTo>
                  <a:cubicBezTo>
                    <a:pt x="20352" y="13210"/>
                    <a:pt x="19522" y="12146"/>
                    <a:pt x="19522" y="1080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6" name="Group 727"/>
          <p:cNvGrpSpPr/>
          <p:nvPr userDrawn="1"/>
        </p:nvGrpSpPr>
        <p:grpSpPr>
          <a:xfrm>
            <a:off x="7699138" y="4538461"/>
            <a:ext cx="455681" cy="455815"/>
            <a:chOff x="-1" y="0"/>
            <a:chExt cx="911598" cy="911628"/>
          </a:xfrm>
        </p:grpSpPr>
        <p:sp>
          <p:nvSpPr>
            <p:cNvPr id="87" name="Shape 725"/>
            <p:cNvSpPr/>
            <p:nvPr/>
          </p:nvSpPr>
          <p:spPr>
            <a:xfrm>
              <a:off x="-1" y="0"/>
              <a:ext cx="911598" cy="911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88" name="Shape 726"/>
            <p:cNvSpPr/>
            <p:nvPr/>
          </p:nvSpPr>
          <p:spPr>
            <a:xfrm>
              <a:off x="287844" y="306407"/>
              <a:ext cx="335911" cy="298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471" extrusionOk="0">
                  <a:moveTo>
                    <a:pt x="2906" y="19280"/>
                  </a:moveTo>
                  <a:cubicBezTo>
                    <a:pt x="2683" y="19534"/>
                    <a:pt x="2683" y="19946"/>
                    <a:pt x="2906" y="20200"/>
                  </a:cubicBezTo>
                  <a:lnTo>
                    <a:pt x="3930" y="21326"/>
                  </a:lnTo>
                  <a:cubicBezTo>
                    <a:pt x="4154" y="21580"/>
                    <a:pt x="4510" y="21473"/>
                    <a:pt x="4734" y="21220"/>
                  </a:cubicBezTo>
                  <a:lnTo>
                    <a:pt x="10017" y="15372"/>
                  </a:lnTo>
                  <a:lnTo>
                    <a:pt x="8398" y="13299"/>
                  </a:lnTo>
                  <a:cubicBezTo>
                    <a:pt x="8398" y="13299"/>
                    <a:pt x="2906" y="19280"/>
                    <a:pt x="2906" y="19280"/>
                  </a:cubicBezTo>
                  <a:close/>
                  <a:moveTo>
                    <a:pt x="21387" y="2723"/>
                  </a:moveTo>
                  <a:cubicBezTo>
                    <a:pt x="21307" y="2125"/>
                    <a:pt x="21031" y="2252"/>
                    <a:pt x="20888" y="2505"/>
                  </a:cubicBezTo>
                  <a:cubicBezTo>
                    <a:pt x="20746" y="2758"/>
                    <a:pt x="20111" y="3840"/>
                    <a:pt x="19852" y="4329"/>
                  </a:cubicBezTo>
                  <a:cubicBezTo>
                    <a:pt x="19593" y="4815"/>
                    <a:pt x="18956" y="5772"/>
                    <a:pt x="17770" y="4826"/>
                  </a:cubicBezTo>
                  <a:cubicBezTo>
                    <a:pt x="16533" y="3843"/>
                    <a:pt x="16963" y="3157"/>
                    <a:pt x="17179" y="2694"/>
                  </a:cubicBezTo>
                  <a:cubicBezTo>
                    <a:pt x="17395" y="2232"/>
                    <a:pt x="18059" y="931"/>
                    <a:pt x="18155" y="768"/>
                  </a:cubicBezTo>
                  <a:cubicBezTo>
                    <a:pt x="18251" y="605"/>
                    <a:pt x="18139" y="129"/>
                    <a:pt x="17756" y="329"/>
                  </a:cubicBezTo>
                  <a:cubicBezTo>
                    <a:pt x="17372" y="527"/>
                    <a:pt x="15039" y="1572"/>
                    <a:pt x="14715" y="3066"/>
                  </a:cubicBezTo>
                  <a:cubicBezTo>
                    <a:pt x="14386" y="4590"/>
                    <a:pt x="14993" y="5950"/>
                    <a:pt x="13800" y="7301"/>
                  </a:cubicBezTo>
                  <a:lnTo>
                    <a:pt x="12355" y="8998"/>
                  </a:lnTo>
                  <a:lnTo>
                    <a:pt x="13806" y="10898"/>
                  </a:lnTo>
                  <a:lnTo>
                    <a:pt x="15589" y="8995"/>
                  </a:lnTo>
                  <a:cubicBezTo>
                    <a:pt x="16013" y="8514"/>
                    <a:pt x="16919" y="8048"/>
                    <a:pt x="17740" y="8257"/>
                  </a:cubicBezTo>
                  <a:cubicBezTo>
                    <a:pt x="19498" y="8705"/>
                    <a:pt x="20456" y="7962"/>
                    <a:pt x="21035" y="6733"/>
                  </a:cubicBezTo>
                  <a:cubicBezTo>
                    <a:pt x="21552" y="5635"/>
                    <a:pt x="21466" y="3322"/>
                    <a:pt x="21387" y="2723"/>
                  </a:cubicBezTo>
                  <a:close/>
                  <a:moveTo>
                    <a:pt x="9478" y="7592"/>
                  </a:moveTo>
                  <a:cubicBezTo>
                    <a:pt x="9350" y="7424"/>
                    <a:pt x="9189" y="7421"/>
                    <a:pt x="9050" y="7558"/>
                  </a:cubicBezTo>
                  <a:lnTo>
                    <a:pt x="7506" y="9074"/>
                  </a:lnTo>
                  <a:cubicBezTo>
                    <a:pt x="7384" y="9194"/>
                    <a:pt x="7369" y="9419"/>
                    <a:pt x="7477" y="9559"/>
                  </a:cubicBezTo>
                  <a:lnTo>
                    <a:pt x="16408" y="20996"/>
                  </a:lnTo>
                  <a:cubicBezTo>
                    <a:pt x="16616" y="21268"/>
                    <a:pt x="16979" y="21295"/>
                    <a:pt x="17217" y="21061"/>
                  </a:cubicBezTo>
                  <a:lnTo>
                    <a:pt x="18263" y="20076"/>
                  </a:lnTo>
                  <a:cubicBezTo>
                    <a:pt x="18500" y="19839"/>
                    <a:pt x="18526" y="19429"/>
                    <a:pt x="18317" y="19158"/>
                  </a:cubicBezTo>
                  <a:cubicBezTo>
                    <a:pt x="18317" y="19158"/>
                    <a:pt x="9478" y="7592"/>
                    <a:pt x="9478" y="7592"/>
                  </a:cubicBezTo>
                  <a:close/>
                  <a:moveTo>
                    <a:pt x="3331" y="6965"/>
                  </a:moveTo>
                  <a:cubicBezTo>
                    <a:pt x="4336" y="6088"/>
                    <a:pt x="5170" y="6693"/>
                    <a:pt x="6282" y="8142"/>
                  </a:cubicBezTo>
                  <a:cubicBezTo>
                    <a:pt x="6408" y="8304"/>
                    <a:pt x="6575" y="8114"/>
                    <a:pt x="6671" y="8021"/>
                  </a:cubicBezTo>
                  <a:cubicBezTo>
                    <a:pt x="6766" y="7926"/>
                    <a:pt x="8233" y="6440"/>
                    <a:pt x="8306" y="6370"/>
                  </a:cubicBezTo>
                  <a:cubicBezTo>
                    <a:pt x="8377" y="6300"/>
                    <a:pt x="8464" y="6167"/>
                    <a:pt x="8349" y="6018"/>
                  </a:cubicBezTo>
                  <a:cubicBezTo>
                    <a:pt x="8235" y="5868"/>
                    <a:pt x="7817" y="5261"/>
                    <a:pt x="7550" y="4867"/>
                  </a:cubicBezTo>
                  <a:cubicBezTo>
                    <a:pt x="5603" y="2001"/>
                    <a:pt x="12876" y="57"/>
                    <a:pt x="11758" y="25"/>
                  </a:cubicBezTo>
                  <a:cubicBezTo>
                    <a:pt x="11190" y="9"/>
                    <a:pt x="8909" y="-20"/>
                    <a:pt x="8569" y="21"/>
                  </a:cubicBezTo>
                  <a:cubicBezTo>
                    <a:pt x="7186" y="186"/>
                    <a:pt x="5452" y="1638"/>
                    <a:pt x="4578" y="2313"/>
                  </a:cubicBezTo>
                  <a:cubicBezTo>
                    <a:pt x="3437" y="3196"/>
                    <a:pt x="3011" y="3711"/>
                    <a:pt x="2939" y="3781"/>
                  </a:cubicBezTo>
                  <a:cubicBezTo>
                    <a:pt x="2617" y="4099"/>
                    <a:pt x="2887" y="4832"/>
                    <a:pt x="2303" y="5410"/>
                  </a:cubicBezTo>
                  <a:cubicBezTo>
                    <a:pt x="1683" y="6021"/>
                    <a:pt x="1297" y="5560"/>
                    <a:pt x="939" y="5913"/>
                  </a:cubicBezTo>
                  <a:cubicBezTo>
                    <a:pt x="761" y="6090"/>
                    <a:pt x="264" y="6509"/>
                    <a:pt x="122" y="6650"/>
                  </a:cubicBezTo>
                  <a:cubicBezTo>
                    <a:pt x="-22" y="6790"/>
                    <a:pt x="-48" y="7030"/>
                    <a:pt x="99" y="7219"/>
                  </a:cubicBezTo>
                  <a:cubicBezTo>
                    <a:pt x="99" y="7219"/>
                    <a:pt x="1459" y="8912"/>
                    <a:pt x="1574" y="9061"/>
                  </a:cubicBezTo>
                  <a:cubicBezTo>
                    <a:pt x="1688" y="9210"/>
                    <a:pt x="1994" y="9337"/>
                    <a:pt x="2185" y="9149"/>
                  </a:cubicBezTo>
                  <a:cubicBezTo>
                    <a:pt x="2375" y="8960"/>
                    <a:pt x="2864" y="8477"/>
                    <a:pt x="2947" y="8394"/>
                  </a:cubicBezTo>
                  <a:cubicBezTo>
                    <a:pt x="3031" y="8312"/>
                    <a:pt x="2893" y="7349"/>
                    <a:pt x="3331" y="69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7" name="Group 730"/>
          <p:cNvGrpSpPr/>
          <p:nvPr userDrawn="1"/>
        </p:nvGrpSpPr>
        <p:grpSpPr>
          <a:xfrm>
            <a:off x="7699138" y="2850347"/>
            <a:ext cx="455681" cy="455815"/>
            <a:chOff x="0" y="0"/>
            <a:chExt cx="911598" cy="911629"/>
          </a:xfrm>
        </p:grpSpPr>
        <p:sp>
          <p:nvSpPr>
            <p:cNvPr id="90" name="Shape 728"/>
            <p:cNvSpPr/>
            <p:nvPr/>
          </p:nvSpPr>
          <p:spPr>
            <a:xfrm>
              <a:off x="0" y="0"/>
              <a:ext cx="911598" cy="91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91" name="Shape 729"/>
            <p:cNvSpPr/>
            <p:nvPr/>
          </p:nvSpPr>
          <p:spPr>
            <a:xfrm>
              <a:off x="285188" y="305676"/>
              <a:ext cx="341220" cy="300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40" y="15832"/>
                  </a:moveTo>
                  <a:lnTo>
                    <a:pt x="2160" y="15832"/>
                  </a:lnTo>
                  <a:lnTo>
                    <a:pt x="2160" y="2209"/>
                  </a:lnTo>
                  <a:lnTo>
                    <a:pt x="19440" y="2209"/>
                  </a:lnTo>
                  <a:cubicBezTo>
                    <a:pt x="19440" y="2209"/>
                    <a:pt x="19440" y="15832"/>
                    <a:pt x="19440" y="15832"/>
                  </a:cubicBezTo>
                  <a:close/>
                  <a:moveTo>
                    <a:pt x="19440" y="0"/>
                  </a:moveTo>
                  <a:lnTo>
                    <a:pt x="2160" y="0"/>
                  </a:lnTo>
                  <a:cubicBezTo>
                    <a:pt x="971" y="0"/>
                    <a:pt x="0" y="1104"/>
                    <a:pt x="0" y="2455"/>
                  </a:cubicBezTo>
                  <a:lnTo>
                    <a:pt x="0" y="15955"/>
                  </a:lnTo>
                  <a:cubicBezTo>
                    <a:pt x="0" y="17304"/>
                    <a:pt x="953" y="18627"/>
                    <a:pt x="2119" y="18891"/>
                  </a:cubicBezTo>
                  <a:lnTo>
                    <a:pt x="6839" y="19964"/>
                  </a:lnTo>
                  <a:cubicBezTo>
                    <a:pt x="6839" y="19964"/>
                    <a:pt x="2775" y="21600"/>
                    <a:pt x="5400" y="21600"/>
                  </a:cubicBezTo>
                  <a:lnTo>
                    <a:pt x="16200" y="21600"/>
                  </a:lnTo>
                  <a:cubicBezTo>
                    <a:pt x="18825" y="21600"/>
                    <a:pt x="14761" y="19964"/>
                    <a:pt x="14761" y="19964"/>
                  </a:cubicBezTo>
                  <a:lnTo>
                    <a:pt x="19483" y="18891"/>
                  </a:lnTo>
                  <a:cubicBezTo>
                    <a:pt x="20647" y="18627"/>
                    <a:pt x="21600" y="17304"/>
                    <a:pt x="21600" y="15955"/>
                  </a:cubicBezTo>
                  <a:lnTo>
                    <a:pt x="21600" y="2455"/>
                  </a:lnTo>
                  <a:cubicBezTo>
                    <a:pt x="21600" y="1104"/>
                    <a:pt x="20629" y="0"/>
                    <a:pt x="1944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8" name="Group 733"/>
          <p:cNvGrpSpPr/>
          <p:nvPr userDrawn="1"/>
        </p:nvGrpSpPr>
        <p:grpSpPr>
          <a:xfrm>
            <a:off x="4038472" y="2850347"/>
            <a:ext cx="455691" cy="455814"/>
            <a:chOff x="0" y="0"/>
            <a:chExt cx="911618" cy="911627"/>
          </a:xfrm>
        </p:grpSpPr>
        <p:sp>
          <p:nvSpPr>
            <p:cNvPr id="94" name="Shape 731"/>
            <p:cNvSpPr/>
            <p:nvPr/>
          </p:nvSpPr>
          <p:spPr>
            <a:xfrm>
              <a:off x="-1" y="-1"/>
              <a:ext cx="911620" cy="91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95" name="Shape 732"/>
            <p:cNvSpPr/>
            <p:nvPr/>
          </p:nvSpPr>
          <p:spPr>
            <a:xfrm>
              <a:off x="287277" y="355105"/>
              <a:ext cx="337065" cy="2022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40" y="7201"/>
                  </a:moveTo>
                  <a:lnTo>
                    <a:pt x="15120" y="7201"/>
                  </a:lnTo>
                  <a:lnTo>
                    <a:pt x="15120" y="3600"/>
                  </a:lnTo>
                  <a:lnTo>
                    <a:pt x="19440" y="3600"/>
                  </a:lnTo>
                  <a:cubicBezTo>
                    <a:pt x="19440" y="3600"/>
                    <a:pt x="19440" y="7201"/>
                    <a:pt x="19440" y="7201"/>
                  </a:cubicBezTo>
                  <a:close/>
                  <a:moveTo>
                    <a:pt x="16200" y="12600"/>
                  </a:moveTo>
                  <a:lnTo>
                    <a:pt x="16200" y="9000"/>
                  </a:lnTo>
                  <a:lnTo>
                    <a:pt x="18359" y="9000"/>
                  </a:lnTo>
                  <a:lnTo>
                    <a:pt x="18359" y="12600"/>
                  </a:lnTo>
                  <a:cubicBezTo>
                    <a:pt x="18359" y="12600"/>
                    <a:pt x="16200" y="12600"/>
                    <a:pt x="16200" y="12600"/>
                  </a:cubicBezTo>
                  <a:close/>
                  <a:moveTo>
                    <a:pt x="19440" y="18000"/>
                  </a:moveTo>
                  <a:lnTo>
                    <a:pt x="17280" y="18000"/>
                  </a:lnTo>
                  <a:lnTo>
                    <a:pt x="17280" y="14401"/>
                  </a:lnTo>
                  <a:lnTo>
                    <a:pt x="19440" y="14401"/>
                  </a:lnTo>
                  <a:cubicBezTo>
                    <a:pt x="19440" y="14401"/>
                    <a:pt x="19440" y="18000"/>
                    <a:pt x="19440" y="18000"/>
                  </a:cubicBezTo>
                  <a:close/>
                  <a:moveTo>
                    <a:pt x="16200" y="18000"/>
                  </a:moveTo>
                  <a:lnTo>
                    <a:pt x="5400" y="18000"/>
                  </a:lnTo>
                  <a:lnTo>
                    <a:pt x="5400" y="14401"/>
                  </a:lnTo>
                  <a:lnTo>
                    <a:pt x="16200" y="14401"/>
                  </a:lnTo>
                  <a:cubicBezTo>
                    <a:pt x="16200" y="14401"/>
                    <a:pt x="16200" y="18000"/>
                    <a:pt x="16200" y="18000"/>
                  </a:cubicBezTo>
                  <a:close/>
                  <a:moveTo>
                    <a:pt x="4319" y="18000"/>
                  </a:moveTo>
                  <a:lnTo>
                    <a:pt x="2160" y="18000"/>
                  </a:lnTo>
                  <a:lnTo>
                    <a:pt x="2160" y="14401"/>
                  </a:lnTo>
                  <a:lnTo>
                    <a:pt x="4319" y="14401"/>
                  </a:lnTo>
                  <a:cubicBezTo>
                    <a:pt x="4319" y="14401"/>
                    <a:pt x="4319" y="18000"/>
                    <a:pt x="4319" y="18000"/>
                  </a:cubicBezTo>
                  <a:close/>
                  <a:moveTo>
                    <a:pt x="5400" y="9000"/>
                  </a:moveTo>
                  <a:lnTo>
                    <a:pt x="5400" y="12600"/>
                  </a:lnTo>
                  <a:lnTo>
                    <a:pt x="3240" y="12600"/>
                  </a:lnTo>
                  <a:lnTo>
                    <a:pt x="3240" y="9000"/>
                  </a:lnTo>
                  <a:cubicBezTo>
                    <a:pt x="3240" y="9000"/>
                    <a:pt x="5400" y="9000"/>
                    <a:pt x="5400" y="9000"/>
                  </a:cubicBezTo>
                  <a:close/>
                  <a:moveTo>
                    <a:pt x="2160" y="3600"/>
                  </a:moveTo>
                  <a:lnTo>
                    <a:pt x="4319" y="3600"/>
                  </a:lnTo>
                  <a:lnTo>
                    <a:pt x="4319" y="7201"/>
                  </a:lnTo>
                  <a:lnTo>
                    <a:pt x="2160" y="7201"/>
                  </a:lnTo>
                  <a:cubicBezTo>
                    <a:pt x="2160" y="7201"/>
                    <a:pt x="2160" y="3600"/>
                    <a:pt x="2160" y="3600"/>
                  </a:cubicBezTo>
                  <a:close/>
                  <a:moveTo>
                    <a:pt x="8639" y="9000"/>
                  </a:moveTo>
                  <a:lnTo>
                    <a:pt x="8639" y="12600"/>
                  </a:lnTo>
                  <a:lnTo>
                    <a:pt x="6479" y="12600"/>
                  </a:lnTo>
                  <a:lnTo>
                    <a:pt x="6479" y="9000"/>
                  </a:lnTo>
                  <a:cubicBezTo>
                    <a:pt x="6479" y="9000"/>
                    <a:pt x="8639" y="9000"/>
                    <a:pt x="8639" y="9000"/>
                  </a:cubicBezTo>
                  <a:close/>
                  <a:moveTo>
                    <a:pt x="5400" y="3600"/>
                  </a:moveTo>
                  <a:lnTo>
                    <a:pt x="7560" y="3600"/>
                  </a:lnTo>
                  <a:lnTo>
                    <a:pt x="7560" y="7201"/>
                  </a:lnTo>
                  <a:lnTo>
                    <a:pt x="5400" y="7201"/>
                  </a:lnTo>
                  <a:cubicBezTo>
                    <a:pt x="5400" y="7201"/>
                    <a:pt x="5400" y="3600"/>
                    <a:pt x="5400" y="3600"/>
                  </a:cubicBezTo>
                  <a:close/>
                  <a:moveTo>
                    <a:pt x="11880" y="9000"/>
                  </a:moveTo>
                  <a:lnTo>
                    <a:pt x="11880" y="12600"/>
                  </a:lnTo>
                  <a:lnTo>
                    <a:pt x="9720" y="12600"/>
                  </a:lnTo>
                  <a:lnTo>
                    <a:pt x="9720" y="9000"/>
                  </a:lnTo>
                  <a:cubicBezTo>
                    <a:pt x="9720" y="9000"/>
                    <a:pt x="11880" y="9000"/>
                    <a:pt x="11880" y="9000"/>
                  </a:cubicBezTo>
                  <a:close/>
                  <a:moveTo>
                    <a:pt x="8639" y="3600"/>
                  </a:moveTo>
                  <a:lnTo>
                    <a:pt x="10799" y="3600"/>
                  </a:lnTo>
                  <a:lnTo>
                    <a:pt x="10799" y="7201"/>
                  </a:lnTo>
                  <a:lnTo>
                    <a:pt x="8639" y="7201"/>
                  </a:lnTo>
                  <a:cubicBezTo>
                    <a:pt x="8639" y="7201"/>
                    <a:pt x="8639" y="3600"/>
                    <a:pt x="8639" y="3600"/>
                  </a:cubicBezTo>
                  <a:close/>
                  <a:moveTo>
                    <a:pt x="15120" y="9000"/>
                  </a:moveTo>
                  <a:lnTo>
                    <a:pt x="15120" y="12600"/>
                  </a:lnTo>
                  <a:lnTo>
                    <a:pt x="12959" y="12600"/>
                  </a:lnTo>
                  <a:lnTo>
                    <a:pt x="12959" y="9000"/>
                  </a:lnTo>
                  <a:cubicBezTo>
                    <a:pt x="12959" y="9000"/>
                    <a:pt x="15120" y="9000"/>
                    <a:pt x="15120" y="9000"/>
                  </a:cubicBezTo>
                  <a:close/>
                  <a:moveTo>
                    <a:pt x="11880" y="3600"/>
                  </a:moveTo>
                  <a:lnTo>
                    <a:pt x="14040" y="3600"/>
                  </a:lnTo>
                  <a:lnTo>
                    <a:pt x="14040" y="7201"/>
                  </a:lnTo>
                  <a:lnTo>
                    <a:pt x="11880" y="7201"/>
                  </a:lnTo>
                  <a:cubicBezTo>
                    <a:pt x="11880" y="7201"/>
                    <a:pt x="11880" y="3600"/>
                    <a:pt x="11880" y="3600"/>
                  </a:cubicBezTo>
                  <a:close/>
                  <a:moveTo>
                    <a:pt x="20088" y="0"/>
                  </a:moveTo>
                  <a:lnTo>
                    <a:pt x="1511" y="0"/>
                  </a:lnTo>
                  <a:cubicBezTo>
                    <a:pt x="680" y="0"/>
                    <a:pt x="0" y="1134"/>
                    <a:pt x="0" y="2519"/>
                  </a:cubicBezTo>
                  <a:lnTo>
                    <a:pt x="0" y="19081"/>
                  </a:lnTo>
                  <a:cubicBezTo>
                    <a:pt x="0" y="20466"/>
                    <a:pt x="680" y="21600"/>
                    <a:pt x="1511" y="21600"/>
                  </a:cubicBezTo>
                  <a:lnTo>
                    <a:pt x="20088" y="21600"/>
                  </a:lnTo>
                  <a:cubicBezTo>
                    <a:pt x="20920" y="21600"/>
                    <a:pt x="21600" y="20466"/>
                    <a:pt x="21600" y="19081"/>
                  </a:cubicBezTo>
                  <a:lnTo>
                    <a:pt x="21600" y="2519"/>
                  </a:lnTo>
                  <a:cubicBezTo>
                    <a:pt x="21600" y="1134"/>
                    <a:pt x="20920" y="0"/>
                    <a:pt x="2008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grpSp>
        <p:nvGrpSpPr>
          <p:cNvPr id="11" name="Group 736"/>
          <p:cNvGrpSpPr/>
          <p:nvPr userDrawn="1"/>
        </p:nvGrpSpPr>
        <p:grpSpPr>
          <a:xfrm>
            <a:off x="4038474" y="3694404"/>
            <a:ext cx="455687" cy="455814"/>
            <a:chOff x="0" y="0"/>
            <a:chExt cx="911610" cy="911627"/>
          </a:xfrm>
        </p:grpSpPr>
        <p:sp>
          <p:nvSpPr>
            <p:cNvPr id="97" name="Shape 734"/>
            <p:cNvSpPr/>
            <p:nvPr/>
          </p:nvSpPr>
          <p:spPr>
            <a:xfrm>
              <a:off x="0" y="0"/>
              <a:ext cx="911611" cy="911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98" name="Shape 735"/>
            <p:cNvSpPr/>
            <p:nvPr/>
          </p:nvSpPr>
          <p:spPr>
            <a:xfrm>
              <a:off x="344357" y="315715"/>
              <a:ext cx="222897" cy="28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0"/>
                  </a:moveTo>
                  <a:cubicBezTo>
                    <a:pt x="4836" y="0"/>
                    <a:pt x="0" y="1447"/>
                    <a:pt x="0" y="3231"/>
                  </a:cubicBezTo>
                  <a:lnTo>
                    <a:pt x="0" y="4776"/>
                  </a:lnTo>
                  <a:cubicBezTo>
                    <a:pt x="0" y="6669"/>
                    <a:pt x="4836" y="8203"/>
                    <a:pt x="10799" y="8203"/>
                  </a:cubicBezTo>
                  <a:cubicBezTo>
                    <a:pt x="16764" y="8203"/>
                    <a:pt x="21600" y="6669"/>
                    <a:pt x="21600" y="4776"/>
                  </a:cubicBezTo>
                  <a:lnTo>
                    <a:pt x="21600" y="3231"/>
                  </a:lnTo>
                  <a:cubicBezTo>
                    <a:pt x="21600" y="1447"/>
                    <a:pt x="16764" y="0"/>
                    <a:pt x="10799" y="0"/>
                  </a:cubicBezTo>
                  <a:close/>
                  <a:moveTo>
                    <a:pt x="21195" y="8008"/>
                  </a:moveTo>
                  <a:cubicBezTo>
                    <a:pt x="19915" y="9488"/>
                    <a:pt x="15746" y="10572"/>
                    <a:pt x="10799" y="10572"/>
                  </a:cubicBezTo>
                  <a:cubicBezTo>
                    <a:pt x="5856" y="10572"/>
                    <a:pt x="1685" y="9488"/>
                    <a:pt x="405" y="8008"/>
                  </a:cubicBezTo>
                  <a:cubicBezTo>
                    <a:pt x="141" y="7702"/>
                    <a:pt x="0" y="7868"/>
                    <a:pt x="0" y="8007"/>
                  </a:cubicBezTo>
                  <a:cubicBezTo>
                    <a:pt x="0" y="8144"/>
                    <a:pt x="0" y="10898"/>
                    <a:pt x="0" y="10898"/>
                  </a:cubicBezTo>
                  <a:cubicBezTo>
                    <a:pt x="0" y="13061"/>
                    <a:pt x="4836" y="14814"/>
                    <a:pt x="10799" y="14814"/>
                  </a:cubicBezTo>
                  <a:cubicBezTo>
                    <a:pt x="16764" y="14814"/>
                    <a:pt x="21600" y="13061"/>
                    <a:pt x="21600" y="10898"/>
                  </a:cubicBezTo>
                  <a:cubicBezTo>
                    <a:pt x="21600" y="10898"/>
                    <a:pt x="21600" y="8144"/>
                    <a:pt x="21600" y="8007"/>
                  </a:cubicBezTo>
                  <a:cubicBezTo>
                    <a:pt x="21600" y="7868"/>
                    <a:pt x="21459" y="7702"/>
                    <a:pt x="21195" y="8008"/>
                  </a:cubicBezTo>
                  <a:close/>
                  <a:moveTo>
                    <a:pt x="21176" y="14285"/>
                  </a:moveTo>
                  <a:cubicBezTo>
                    <a:pt x="19876" y="15959"/>
                    <a:pt x="15722" y="17184"/>
                    <a:pt x="10799" y="17184"/>
                  </a:cubicBezTo>
                  <a:cubicBezTo>
                    <a:pt x="5878" y="17184"/>
                    <a:pt x="1724" y="15959"/>
                    <a:pt x="424" y="14285"/>
                  </a:cubicBezTo>
                  <a:cubicBezTo>
                    <a:pt x="147" y="13932"/>
                    <a:pt x="0" y="14121"/>
                    <a:pt x="0" y="14297"/>
                  </a:cubicBezTo>
                  <a:cubicBezTo>
                    <a:pt x="0" y="14472"/>
                    <a:pt x="0" y="16754"/>
                    <a:pt x="0" y="16754"/>
                  </a:cubicBezTo>
                  <a:cubicBezTo>
                    <a:pt x="0" y="19133"/>
                    <a:pt x="4836" y="21600"/>
                    <a:pt x="10799" y="21600"/>
                  </a:cubicBezTo>
                  <a:cubicBezTo>
                    <a:pt x="16764" y="21600"/>
                    <a:pt x="21600" y="19133"/>
                    <a:pt x="21600" y="16754"/>
                  </a:cubicBezTo>
                  <a:cubicBezTo>
                    <a:pt x="21600" y="16754"/>
                    <a:pt x="21600" y="14472"/>
                    <a:pt x="21600" y="14297"/>
                  </a:cubicBezTo>
                  <a:cubicBezTo>
                    <a:pt x="21600" y="14121"/>
                    <a:pt x="21453" y="13932"/>
                    <a:pt x="21176" y="142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sp>
        <p:nvSpPr>
          <p:cNvPr id="100" name="Content Placeholder 20"/>
          <p:cNvSpPr>
            <a:spLocks noGrp="1"/>
          </p:cNvSpPr>
          <p:nvPr>
            <p:ph sz="quarter" idx="24"/>
          </p:nvPr>
        </p:nvSpPr>
        <p:spPr>
          <a:xfrm>
            <a:off x="2399307" y="2006502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1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1686519" y="2250651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06" name="Content Placeholder 20"/>
          <p:cNvSpPr>
            <a:spLocks noGrp="1"/>
          </p:cNvSpPr>
          <p:nvPr>
            <p:ph sz="quarter" idx="26"/>
          </p:nvPr>
        </p:nvSpPr>
        <p:spPr>
          <a:xfrm>
            <a:off x="8360752" y="2859552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7" name="Text Placeholder 17"/>
          <p:cNvSpPr>
            <a:spLocks noGrp="1"/>
          </p:cNvSpPr>
          <p:nvPr>
            <p:ph type="body" sz="quarter" idx="27"/>
          </p:nvPr>
        </p:nvSpPr>
        <p:spPr>
          <a:xfrm>
            <a:off x="8360752" y="3103701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08" name="Content Placeholder 20"/>
          <p:cNvSpPr>
            <a:spLocks noGrp="1"/>
          </p:cNvSpPr>
          <p:nvPr>
            <p:ph sz="quarter" idx="28"/>
          </p:nvPr>
        </p:nvSpPr>
        <p:spPr>
          <a:xfrm>
            <a:off x="2399307" y="2859552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9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1686519" y="3103701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0" name="Content Placeholder 20"/>
          <p:cNvSpPr>
            <a:spLocks noGrp="1"/>
          </p:cNvSpPr>
          <p:nvPr>
            <p:ph sz="quarter" idx="30"/>
          </p:nvPr>
        </p:nvSpPr>
        <p:spPr>
          <a:xfrm>
            <a:off x="8360752" y="3694404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1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8360752" y="3938553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2" name="Content Placeholder 20"/>
          <p:cNvSpPr>
            <a:spLocks noGrp="1"/>
          </p:cNvSpPr>
          <p:nvPr>
            <p:ph sz="quarter" idx="32"/>
          </p:nvPr>
        </p:nvSpPr>
        <p:spPr>
          <a:xfrm>
            <a:off x="2399307" y="3694404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3" name="Text Placeholder 17"/>
          <p:cNvSpPr>
            <a:spLocks noGrp="1"/>
          </p:cNvSpPr>
          <p:nvPr>
            <p:ph type="body" sz="quarter" idx="33"/>
          </p:nvPr>
        </p:nvSpPr>
        <p:spPr>
          <a:xfrm>
            <a:off x="1686519" y="3938553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4" name="Content Placeholder 20"/>
          <p:cNvSpPr>
            <a:spLocks noGrp="1"/>
          </p:cNvSpPr>
          <p:nvPr>
            <p:ph sz="quarter" idx="34"/>
          </p:nvPr>
        </p:nvSpPr>
        <p:spPr>
          <a:xfrm>
            <a:off x="8360752" y="4547454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5" name="Text Placeholder 17"/>
          <p:cNvSpPr>
            <a:spLocks noGrp="1"/>
          </p:cNvSpPr>
          <p:nvPr>
            <p:ph type="body" sz="quarter" idx="35"/>
          </p:nvPr>
        </p:nvSpPr>
        <p:spPr>
          <a:xfrm>
            <a:off x="8360752" y="4791603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116" name="Content Placeholder 20"/>
          <p:cNvSpPr>
            <a:spLocks noGrp="1"/>
          </p:cNvSpPr>
          <p:nvPr>
            <p:ph sz="quarter" idx="36"/>
          </p:nvPr>
        </p:nvSpPr>
        <p:spPr>
          <a:xfrm>
            <a:off x="2399307" y="4547454"/>
            <a:ext cx="1420812" cy="2286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17" name="Text Placeholder 17"/>
          <p:cNvSpPr>
            <a:spLocks noGrp="1"/>
          </p:cNvSpPr>
          <p:nvPr>
            <p:ph type="body" sz="quarter" idx="37"/>
          </p:nvPr>
        </p:nvSpPr>
        <p:spPr>
          <a:xfrm>
            <a:off x="1686519" y="4791603"/>
            <a:ext cx="2133600" cy="332532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11193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 advAuto="0"/>
      <p:bldP spid="2" grpId="0" animBg="1" advAuto="0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10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3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4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5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7" grpId="0" build="p">
        <p:tmplLst>
          <p:tmpl lvl="1">
            <p:tnLst>
              <p:par>
                <p:cTn presetID="9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1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icture Placeholder 2"/>
          <p:cNvSpPr>
            <a:spLocks noGrp="1"/>
          </p:cNvSpPr>
          <p:nvPr userDrawn="1">
            <p:ph type="pic" sz="quarter" idx="24"/>
          </p:nvPr>
        </p:nvSpPr>
        <p:spPr>
          <a:xfrm>
            <a:off x="7229670" y="1711191"/>
            <a:ext cx="2972736" cy="1764973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981309" y="1709886"/>
            <a:ext cx="2983072" cy="1766314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grpSp>
        <p:nvGrpSpPr>
          <p:cNvPr id="2" name="Group 971"/>
          <p:cNvGrpSpPr/>
          <p:nvPr userDrawn="1"/>
        </p:nvGrpSpPr>
        <p:grpSpPr>
          <a:xfrm>
            <a:off x="1981309" y="3829050"/>
            <a:ext cx="8226208" cy="1571331"/>
            <a:chOff x="0" y="0"/>
            <a:chExt cx="16456700" cy="3142661"/>
          </a:xfrm>
        </p:grpSpPr>
        <p:sp>
          <p:nvSpPr>
            <p:cNvPr id="53" name="Shape 963"/>
            <p:cNvSpPr/>
            <p:nvPr/>
          </p:nvSpPr>
          <p:spPr>
            <a:xfrm>
              <a:off x="0" y="0"/>
              <a:ext cx="5967697" cy="123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54" name="Shape 964"/>
            <p:cNvSpPr/>
            <p:nvPr/>
          </p:nvSpPr>
          <p:spPr>
            <a:xfrm>
              <a:off x="10489003" y="0"/>
              <a:ext cx="5967698" cy="123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55" name="Shape 965"/>
            <p:cNvSpPr/>
            <p:nvPr/>
          </p:nvSpPr>
          <p:spPr>
            <a:xfrm>
              <a:off x="0" y="1002504"/>
              <a:ext cx="5967697" cy="1233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56" name="Shape 966"/>
            <p:cNvSpPr/>
            <p:nvPr/>
          </p:nvSpPr>
          <p:spPr>
            <a:xfrm>
              <a:off x="10489003" y="1002504"/>
              <a:ext cx="5967698" cy="1233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58" name="Shape 967"/>
            <p:cNvSpPr/>
            <p:nvPr/>
          </p:nvSpPr>
          <p:spPr>
            <a:xfrm>
              <a:off x="0" y="2016800"/>
              <a:ext cx="5967697" cy="123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59" name="Shape 968"/>
            <p:cNvSpPr/>
            <p:nvPr/>
          </p:nvSpPr>
          <p:spPr>
            <a:xfrm>
              <a:off x="10489003" y="2016800"/>
              <a:ext cx="5967698" cy="123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60" name="Shape 969"/>
            <p:cNvSpPr/>
            <p:nvPr/>
          </p:nvSpPr>
          <p:spPr>
            <a:xfrm>
              <a:off x="0" y="3019304"/>
              <a:ext cx="5967697" cy="1233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  <p:sp>
          <p:nvSpPr>
            <p:cNvPr id="61" name="Shape 970"/>
            <p:cNvSpPr/>
            <p:nvPr/>
          </p:nvSpPr>
          <p:spPr>
            <a:xfrm>
              <a:off x="10489003" y="3019304"/>
              <a:ext cx="5967698" cy="1233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5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/>
            </a:p>
          </p:txBody>
        </p:sp>
      </p:grpSp>
      <p:sp>
        <p:nvSpPr>
          <p:cNvPr id="62" name="Shape 972"/>
          <p:cNvSpPr/>
          <p:nvPr userDrawn="1"/>
        </p:nvSpPr>
        <p:spPr>
          <a:xfrm>
            <a:off x="2294447" y="3829050"/>
            <a:ext cx="2669934" cy="61679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64" name="Shape 973"/>
          <p:cNvSpPr/>
          <p:nvPr/>
        </p:nvSpPr>
        <p:spPr>
          <a:xfrm>
            <a:off x="5131947" y="1711191"/>
            <a:ext cx="1924931" cy="176497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66" name="Shape 976"/>
          <p:cNvSpPr/>
          <p:nvPr userDrawn="1"/>
        </p:nvSpPr>
        <p:spPr>
          <a:xfrm>
            <a:off x="7224635" y="3829050"/>
            <a:ext cx="2451785" cy="6167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69" name="Shape 979"/>
          <p:cNvSpPr/>
          <p:nvPr userDrawn="1"/>
        </p:nvSpPr>
        <p:spPr>
          <a:xfrm>
            <a:off x="3344295" y="4330302"/>
            <a:ext cx="1620085" cy="61679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70" name="Shape 980"/>
          <p:cNvSpPr/>
          <p:nvPr userDrawn="1"/>
        </p:nvSpPr>
        <p:spPr>
          <a:xfrm>
            <a:off x="7224635" y="4330302"/>
            <a:ext cx="745673" cy="6167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73" name="Shape 983"/>
          <p:cNvSpPr/>
          <p:nvPr userDrawn="1"/>
        </p:nvSpPr>
        <p:spPr>
          <a:xfrm>
            <a:off x="2950615" y="4837450"/>
            <a:ext cx="2013765" cy="61679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83" name="Shape 984"/>
          <p:cNvSpPr/>
          <p:nvPr userDrawn="1"/>
        </p:nvSpPr>
        <p:spPr>
          <a:xfrm>
            <a:off x="7224635" y="4837450"/>
            <a:ext cx="1561929" cy="6167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3" name="Shape 987"/>
          <p:cNvSpPr/>
          <p:nvPr userDrawn="1"/>
        </p:nvSpPr>
        <p:spPr>
          <a:xfrm>
            <a:off x="2057430" y="5338702"/>
            <a:ext cx="2906950" cy="61679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99" name="Shape 988"/>
          <p:cNvSpPr/>
          <p:nvPr userDrawn="1"/>
        </p:nvSpPr>
        <p:spPr>
          <a:xfrm>
            <a:off x="7224635" y="5338702"/>
            <a:ext cx="1924930" cy="6167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120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5256213" y="3706565"/>
            <a:ext cx="1676398" cy="281245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Professional Design</a:t>
            </a:r>
          </a:p>
        </p:txBody>
      </p:sp>
      <p:sp>
        <p:nvSpPr>
          <p:cNvPr id="121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5256213" y="4220518"/>
            <a:ext cx="1676398" cy="281245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Compatibility</a:t>
            </a:r>
          </a:p>
        </p:txBody>
      </p:sp>
      <p:sp>
        <p:nvSpPr>
          <p:cNvPr id="122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256213" y="4714966"/>
            <a:ext cx="1676398" cy="281245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Responsive</a:t>
            </a:r>
          </a:p>
        </p:txBody>
      </p:sp>
      <p:sp>
        <p:nvSpPr>
          <p:cNvPr id="123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5256213" y="5228919"/>
            <a:ext cx="1676398" cy="281245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Multicolor</a:t>
            </a:r>
          </a:p>
        </p:txBody>
      </p:sp>
      <p:sp>
        <p:nvSpPr>
          <p:cNvPr id="125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488123" y="3962400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80%</a:t>
            </a:r>
          </a:p>
        </p:txBody>
      </p:sp>
      <p:sp>
        <p:nvSpPr>
          <p:cNvPr id="126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7797187" y="4454814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25%</a:t>
            </a:r>
          </a:p>
        </p:txBody>
      </p:sp>
      <p:sp>
        <p:nvSpPr>
          <p:cNvPr id="127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8620324" y="4961962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55%</a:t>
            </a:r>
          </a:p>
        </p:txBody>
      </p:sp>
      <p:sp>
        <p:nvSpPr>
          <p:cNvPr id="128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8954723" y="5463215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65%</a:t>
            </a:r>
          </a:p>
        </p:txBody>
      </p:sp>
      <p:sp>
        <p:nvSpPr>
          <p:cNvPr id="129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2268681" y="3941345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90%</a:t>
            </a:r>
          </a:p>
        </p:txBody>
      </p:sp>
      <p:sp>
        <p:nvSpPr>
          <p:cNvPr id="130" name="Text Placeholder 17"/>
          <p:cNvSpPr>
            <a:spLocks noGrp="1"/>
          </p:cNvSpPr>
          <p:nvPr>
            <p:ph type="body" sz="quarter" idx="34" hasCustomPrompt="1"/>
          </p:nvPr>
        </p:nvSpPr>
        <p:spPr>
          <a:xfrm>
            <a:off x="3310957" y="4448689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55%</a:t>
            </a:r>
          </a:p>
        </p:txBody>
      </p:sp>
      <p:sp>
        <p:nvSpPr>
          <p:cNvPr id="131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2923098" y="4970542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70%</a:t>
            </a:r>
          </a:p>
        </p:txBody>
      </p:sp>
      <p:sp>
        <p:nvSpPr>
          <p:cNvPr id="132" name="Text Placeholder 17"/>
          <p:cNvSpPr>
            <a:spLocks noGrp="1"/>
          </p:cNvSpPr>
          <p:nvPr>
            <p:ph type="body" sz="quarter" idx="36" hasCustomPrompt="1"/>
          </p:nvPr>
        </p:nvSpPr>
        <p:spPr>
          <a:xfrm>
            <a:off x="2029907" y="5457805"/>
            <a:ext cx="492489" cy="226775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US" dirty="0" smtClean="0"/>
              <a:t>97%</a:t>
            </a:r>
          </a:p>
        </p:txBody>
      </p:sp>
      <p:sp>
        <p:nvSpPr>
          <p:cNvPr id="133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5256213" y="2133601"/>
            <a:ext cx="1676398" cy="920154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buNone/>
              <a:defRPr sz="27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r>
              <a:rPr lang="en-US" dirty="0" err="1" smtClean="0"/>
              <a:t>vs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502124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62" grpId="0" animBg="1"/>
      <p:bldP spid="64" grpId="0" animBg="1"/>
      <p:bldP spid="66" grpId="0" animBg="1"/>
      <p:bldP spid="69" grpId="0" animBg="1"/>
      <p:bldP spid="70" grpId="0" animBg="1"/>
      <p:bldP spid="73" grpId="0" animBg="1"/>
      <p:bldP spid="83" grpId="0" animBg="1"/>
      <p:bldP spid="93" grpId="0" animBg="1"/>
      <p:bldP spid="99" grpId="0" animBg="1"/>
      <p:bldP spid="120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1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5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6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7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8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9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0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1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2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3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06"/>
          <p:cNvSpPr/>
          <p:nvPr userDrawn="1"/>
        </p:nvSpPr>
        <p:spPr>
          <a:xfrm>
            <a:off x="1212821" y="2910539"/>
            <a:ext cx="4329165" cy="1437847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5" tIns="25395" rIns="25395" bIns="25395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574904" y="2734658"/>
            <a:ext cx="2787730" cy="1781093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6087634" y="2861878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087634" y="3292883"/>
            <a:ext cx="5188378" cy="112671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46581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" grpId="0"/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cbook-pro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6170612" y="2183215"/>
            <a:ext cx="4876050" cy="278042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1217612" y="2644287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217612" y="2988083"/>
            <a:ext cx="4661641" cy="203564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932237" y="2362200"/>
            <a:ext cx="3352800" cy="2150559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5882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cbook-pro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8151812" y="3595799"/>
            <a:ext cx="2801325" cy="15973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imac.png"/>
          <p:cNvPicPr/>
          <p:nvPr userDrawn="1"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934298" y="1870157"/>
            <a:ext cx="4320230" cy="3451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tablet-black.png"/>
          <p:cNvPicPr/>
          <p:nvPr userDrawn="1"/>
        </p:nvPicPr>
        <p:blipFill>
          <a:blip r:embed="rId4" cstate="print">
            <a:extLst/>
          </a:blip>
          <a:stretch>
            <a:fillRect/>
          </a:stretch>
        </p:blipFill>
        <p:spPr>
          <a:xfrm rot="5400000">
            <a:off x="1695779" y="3806509"/>
            <a:ext cx="1039680" cy="14672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tablet-white.png"/>
          <p:cNvPicPr/>
          <p:nvPr userDrawn="1"/>
        </p:nvPicPr>
        <p:blipFill>
          <a:blip r:embed="rId5" cstate="print">
            <a:extLst/>
          </a:blip>
          <a:stretch>
            <a:fillRect/>
          </a:stretch>
        </p:blipFill>
        <p:spPr>
          <a:xfrm>
            <a:off x="1480447" y="2505431"/>
            <a:ext cx="1040076" cy="1468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phone-black.png"/>
          <p:cNvPicPr/>
          <p:nvPr userDrawn="1"/>
        </p:nvPicPr>
        <p:blipFill>
          <a:blip r:embed="rId6" cstate="print">
            <a:extLst/>
          </a:blip>
          <a:srcRect/>
          <a:stretch>
            <a:fillRect/>
          </a:stretch>
        </p:blipFill>
        <p:spPr>
          <a:xfrm rot="16200000">
            <a:off x="2881949" y="3036823"/>
            <a:ext cx="622287" cy="1230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hone-white.png"/>
          <p:cNvPicPr/>
          <p:nvPr userDrawn="1"/>
        </p:nvPicPr>
        <p:blipFill>
          <a:blip r:embed="rId7" cstate="print">
            <a:extLst/>
          </a:blip>
          <a:stretch>
            <a:fillRect/>
          </a:stretch>
        </p:blipFill>
        <p:spPr>
          <a:xfrm>
            <a:off x="3032285" y="4026840"/>
            <a:ext cx="622124" cy="12309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127004" y="2048131"/>
            <a:ext cx="3934818" cy="2244174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8599974" y="3715450"/>
            <a:ext cx="1905000" cy="1237549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571391" y="2659219"/>
            <a:ext cx="858188" cy="1161011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628707" y="4102417"/>
            <a:ext cx="1173825" cy="875446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2767387" y="3411196"/>
            <a:ext cx="851410" cy="481893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3105997" y="4217447"/>
            <a:ext cx="474700" cy="849746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362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25" grpId="0"/>
      <p:bldP spid="26" grpId="0"/>
      <p:bldP spid="27" grpId="0"/>
      <p:bldP spid="28" grpId="0"/>
      <p:bldP spid="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17"/>
          <p:cNvSpPr>
            <a:spLocks noGrp="1"/>
          </p:cNvSpPr>
          <p:nvPr>
            <p:ph type="body" sz="quarter" idx="27"/>
          </p:nvPr>
        </p:nvSpPr>
        <p:spPr>
          <a:xfrm>
            <a:off x="1238782" y="5461615"/>
            <a:ext cx="1263639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28"/>
          </p:nvPr>
        </p:nvSpPr>
        <p:spPr>
          <a:xfrm>
            <a:off x="1238782" y="5791200"/>
            <a:ext cx="1263639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1249373" y="4771921"/>
            <a:ext cx="1263639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1249373" y="5118937"/>
            <a:ext cx="1263639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pic>
        <p:nvPicPr>
          <p:cNvPr id="8" name="imac.png"/>
          <p:cNvPicPr/>
          <p:nvPr userDrawn="1"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6709037" y="2630220"/>
            <a:ext cx="4338375" cy="346578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0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1217612" y="3020244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217612" y="3364041"/>
            <a:ext cx="4661641" cy="65144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897024" y="2796284"/>
            <a:ext cx="3962400" cy="2267895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9" name="Content Placeholder 20"/>
          <p:cNvSpPr>
            <a:spLocks noGrp="1"/>
          </p:cNvSpPr>
          <p:nvPr>
            <p:ph sz="quarter" idx="24"/>
          </p:nvPr>
        </p:nvSpPr>
        <p:spPr>
          <a:xfrm>
            <a:off x="1227202" y="4393647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44" name="Shape 882"/>
          <p:cNvSpPr/>
          <p:nvPr userDrawn="1"/>
        </p:nvSpPr>
        <p:spPr>
          <a:xfrm>
            <a:off x="2754411" y="5882043"/>
            <a:ext cx="2434130" cy="6272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5" name="Shape 885"/>
          <p:cNvSpPr/>
          <p:nvPr userDrawn="1"/>
        </p:nvSpPr>
        <p:spPr>
          <a:xfrm>
            <a:off x="2754411" y="5544495"/>
            <a:ext cx="2433914" cy="6272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6" name="Shape 888"/>
          <p:cNvSpPr/>
          <p:nvPr userDrawn="1"/>
        </p:nvSpPr>
        <p:spPr>
          <a:xfrm>
            <a:off x="2754410" y="5201874"/>
            <a:ext cx="2433798" cy="6272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7" name="Shape 891"/>
          <p:cNvSpPr/>
          <p:nvPr userDrawn="1"/>
        </p:nvSpPr>
        <p:spPr>
          <a:xfrm>
            <a:off x="2754411" y="4854858"/>
            <a:ext cx="2435840" cy="6272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8" name="Shape 897"/>
          <p:cNvSpPr/>
          <p:nvPr userDrawn="1"/>
        </p:nvSpPr>
        <p:spPr>
          <a:xfrm>
            <a:off x="2748585" y="4854858"/>
            <a:ext cx="1880374" cy="62726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49" name="Shape 898"/>
          <p:cNvSpPr/>
          <p:nvPr userDrawn="1"/>
        </p:nvSpPr>
        <p:spPr>
          <a:xfrm>
            <a:off x="2748585" y="5201874"/>
            <a:ext cx="1235918" cy="627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50" name="Shape 899"/>
          <p:cNvSpPr/>
          <p:nvPr userDrawn="1"/>
        </p:nvSpPr>
        <p:spPr>
          <a:xfrm>
            <a:off x="2748585" y="5544495"/>
            <a:ext cx="2272372" cy="62726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51" name="Shape 900"/>
          <p:cNvSpPr/>
          <p:nvPr userDrawn="1"/>
        </p:nvSpPr>
        <p:spPr>
          <a:xfrm>
            <a:off x="2748585" y="5882043"/>
            <a:ext cx="1716420" cy="627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55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>
              <a:latin typeface="Open Sans Light" pitchFamily="34" charset="0"/>
              <a:ea typeface="Open Sans Light" pitchFamily="34" charset="0"/>
              <a:cs typeface="Open Sans Light" pitchFamily="34" charset="0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540432" y="5461615"/>
            <a:ext cx="39099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5540432" y="5791200"/>
            <a:ext cx="39099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551023" y="4771921"/>
            <a:ext cx="39099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32"/>
          </p:nvPr>
        </p:nvSpPr>
        <p:spPr>
          <a:xfrm>
            <a:off x="5551023" y="5118937"/>
            <a:ext cx="390990" cy="228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1699249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0"/>
                            </p:stCondLst>
                            <p:childTnLst>
                              <p:par>
                                <p:cTn id="74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2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  <p:bldP spid="39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fld id="{59EEC15F-C0F1-4D36-8735-275B51627F31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5" y="6356353"/>
            <a:ext cx="2844059" cy="365125"/>
          </a:xfrm>
          <a:prstGeom prst="rect">
            <a:avLst/>
          </a:prstGeom>
        </p:spPr>
        <p:txBody>
          <a:bodyPr/>
          <a:lstStyle/>
          <a:p>
            <a:fld id="{C2F52289-4012-4053-9770-FE82CEB9514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532645" y="2473679"/>
            <a:ext cx="2118535" cy="29754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Graphic Designer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532643" y="2938943"/>
            <a:ext cx="2782465" cy="168997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err="1" smtClean="0"/>
              <a:t>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r>
              <a:rPr lang="en-US" dirty="0" smtClean="0"/>
              <a:t> </a:t>
            </a:r>
            <a:r>
              <a:rPr lang="en-US" dirty="0" err="1" smtClean="0"/>
              <a:t>unde</a:t>
            </a:r>
            <a:r>
              <a:rPr lang="en-US" dirty="0" smtClean="0"/>
              <a:t> </a:t>
            </a:r>
            <a:r>
              <a:rPr lang="en-US" dirty="0" err="1" smtClean="0"/>
              <a:t>omnis</a:t>
            </a:r>
            <a:r>
              <a:rPr lang="en-US" dirty="0" smtClean="0"/>
              <a:t> </a:t>
            </a:r>
            <a:r>
              <a:rPr lang="en-US" dirty="0" err="1" smtClean="0"/>
              <a:t>iste</a:t>
            </a:r>
            <a:r>
              <a:rPr lang="en-US" dirty="0" smtClean="0"/>
              <a:t> </a:t>
            </a:r>
            <a:r>
              <a:rPr lang="en-US" dirty="0" err="1" smtClean="0"/>
              <a:t>natus</a:t>
            </a:r>
            <a:r>
              <a:rPr lang="en-US" dirty="0" smtClean="0"/>
              <a:t> error sit </a:t>
            </a:r>
            <a:r>
              <a:rPr lang="en-US" dirty="0" err="1" smtClean="0"/>
              <a:t>volupue</a:t>
            </a:r>
            <a:r>
              <a:rPr lang="en-US" dirty="0" smtClean="0"/>
              <a:t> </a:t>
            </a:r>
            <a:r>
              <a:rPr lang="en-US" dirty="0" err="1" smtClean="0"/>
              <a:t>laudantium</a:t>
            </a:r>
            <a:r>
              <a:rPr lang="en-US" dirty="0" smtClean="0"/>
              <a:t>, </a:t>
            </a:r>
            <a:r>
              <a:rPr lang="en-US" dirty="0" err="1" smtClean="0"/>
              <a:t>totam</a:t>
            </a:r>
            <a:r>
              <a:rPr lang="en-US" dirty="0" smtClean="0"/>
              <a:t> rem </a:t>
            </a:r>
            <a:r>
              <a:rPr lang="en-US" dirty="0" err="1" smtClean="0"/>
              <a:t>aperiam</a:t>
            </a:r>
            <a:r>
              <a:rPr lang="en-US" dirty="0" smtClean="0"/>
              <a:t>, </a:t>
            </a:r>
            <a:r>
              <a:rPr lang="en-US" dirty="0" err="1" smtClean="0"/>
              <a:t>eaque</a:t>
            </a:r>
            <a:r>
              <a:rPr lang="en-US" dirty="0" smtClean="0"/>
              <a:t> </a:t>
            </a:r>
            <a:r>
              <a:rPr lang="en-US" dirty="0" err="1" smtClean="0"/>
              <a:t>ipsa</a:t>
            </a:r>
            <a:r>
              <a:rPr lang="en-US" dirty="0" smtClean="0"/>
              <a:t> quae </a:t>
            </a:r>
            <a:r>
              <a:rPr lang="en-US" dirty="0" err="1" smtClean="0"/>
              <a:t>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r>
              <a:rPr lang="en-US" dirty="0" smtClean="0"/>
              <a:t> </a:t>
            </a:r>
            <a:r>
              <a:rPr lang="en-US" dirty="0" err="1" smtClean="0"/>
              <a:t>unde</a:t>
            </a:r>
            <a:r>
              <a:rPr lang="en-US" dirty="0" smtClean="0"/>
              <a:t> </a:t>
            </a:r>
            <a:r>
              <a:rPr lang="en-US" dirty="0" err="1" smtClean="0"/>
              <a:t>omnis</a:t>
            </a:r>
            <a:r>
              <a:rPr lang="en-US" dirty="0" smtClean="0"/>
              <a:t> </a:t>
            </a:r>
            <a:r>
              <a:rPr lang="en-US" dirty="0" err="1" smtClean="0"/>
              <a:t>iste</a:t>
            </a:r>
            <a:r>
              <a:rPr lang="en-US" dirty="0" smtClean="0"/>
              <a:t> </a:t>
            </a:r>
            <a:r>
              <a:rPr lang="en-US" dirty="0" err="1" smtClean="0"/>
              <a:t>natus</a:t>
            </a:r>
            <a:r>
              <a:rPr lang="en-US" dirty="0" smtClean="0"/>
              <a:t> error sit </a:t>
            </a:r>
            <a:r>
              <a:rPr lang="en-US" dirty="0" err="1" smtClean="0"/>
              <a:t>volupue</a:t>
            </a:r>
            <a:r>
              <a:rPr lang="en-US" dirty="0" smtClean="0"/>
              <a:t> </a:t>
            </a:r>
            <a:r>
              <a:rPr lang="en-US" dirty="0" err="1" smtClean="0"/>
              <a:t>laudan</a:t>
            </a:r>
            <a:endParaRPr lang="en-US" dirty="0" smtClean="0"/>
          </a:p>
          <a:p>
            <a:pPr lvl="0"/>
            <a:r>
              <a:rPr lang="en-US" dirty="0" err="1" smtClean="0"/>
              <a:t>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r>
              <a:rPr lang="en-US" dirty="0" smtClean="0"/>
              <a:t> </a:t>
            </a:r>
            <a:r>
              <a:rPr lang="en-US" dirty="0" err="1" smtClean="0"/>
              <a:t>unde</a:t>
            </a:r>
            <a:r>
              <a:rPr lang="en-US" dirty="0" smtClean="0"/>
              <a:t> </a:t>
            </a:r>
            <a:r>
              <a:rPr lang="en-US" dirty="0" err="1" smtClean="0"/>
              <a:t>omnis</a:t>
            </a:r>
            <a:r>
              <a:rPr lang="en-US" dirty="0" smtClean="0"/>
              <a:t> </a:t>
            </a:r>
            <a:r>
              <a:rPr lang="en-US" dirty="0" err="1" smtClean="0"/>
              <a:t>iste</a:t>
            </a:r>
            <a:r>
              <a:rPr lang="en-US" dirty="0" smtClean="0"/>
              <a:t> </a:t>
            </a:r>
            <a:r>
              <a:rPr lang="en-US" dirty="0" err="1" smtClean="0"/>
              <a:t>natus</a:t>
            </a:r>
            <a:r>
              <a:rPr lang="en-US" dirty="0" smtClean="0"/>
              <a:t> error sit </a:t>
            </a:r>
            <a:r>
              <a:rPr lang="en-US" dirty="0" err="1" smtClean="0"/>
              <a:t>volupue</a:t>
            </a:r>
            <a:r>
              <a:rPr lang="en-US" dirty="0" smtClean="0"/>
              <a:t> </a:t>
            </a:r>
            <a:r>
              <a:rPr lang="en-US" dirty="0" err="1" smtClean="0"/>
              <a:t>laudantium</a:t>
            </a:r>
            <a:r>
              <a:rPr lang="en-US" dirty="0" smtClean="0"/>
              <a:t>, </a:t>
            </a:r>
            <a:r>
              <a:rPr lang="en-US" dirty="0" err="1" smtClean="0"/>
              <a:t>totam</a:t>
            </a:r>
            <a:r>
              <a:rPr lang="en-US" dirty="0" smtClean="0"/>
              <a:t> rem </a:t>
            </a:r>
            <a:r>
              <a:rPr lang="en-US" dirty="0" err="1" smtClean="0"/>
              <a:t>aperiam</a:t>
            </a:r>
            <a:r>
              <a:rPr lang="en-US" dirty="0" smtClean="0"/>
              <a:t>, </a:t>
            </a:r>
            <a:r>
              <a:rPr lang="en-US" dirty="0" err="1" smtClean="0"/>
              <a:t>eaque</a:t>
            </a:r>
            <a:r>
              <a:rPr lang="en-US" dirty="0" smtClean="0"/>
              <a:t> </a:t>
            </a:r>
            <a:r>
              <a:rPr lang="en-US" dirty="0" err="1" smtClean="0"/>
              <a:t>ipsa</a:t>
            </a:r>
            <a:r>
              <a:rPr lang="en-US" dirty="0" smtClean="0"/>
              <a:t> quae 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933542" y="2503756"/>
            <a:ext cx="1247904" cy="20229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Skills</a:t>
            </a:r>
          </a:p>
        </p:txBody>
      </p:sp>
      <p:sp>
        <p:nvSpPr>
          <p:cNvPr id="8" name="Picture Placeholder 7"/>
          <p:cNvSpPr>
            <a:spLocks noGrp="1"/>
          </p:cNvSpPr>
          <p:nvPr userDrawn="1">
            <p:ph type="pic" sz="quarter" idx="14"/>
          </p:nvPr>
        </p:nvSpPr>
        <p:spPr>
          <a:xfrm>
            <a:off x="7611921" y="2438400"/>
            <a:ext cx="3053301" cy="3056425"/>
          </a:xfrm>
          <a:prstGeom prst="rect">
            <a:avLst/>
          </a:prstGeom>
          <a:noFill/>
          <a:ln w="38100">
            <a:noFill/>
          </a:ln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35" name="Text Placeholder 5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907503" y="2942832"/>
            <a:ext cx="1299981" cy="21154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0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36" name="Text Placeholder 5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329637" y="3323458"/>
            <a:ext cx="425256" cy="165538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62%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01776" y="3169219"/>
            <a:ext cx="2182982" cy="65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 userDrawn="1"/>
        </p:nvSpPr>
        <p:spPr>
          <a:xfrm>
            <a:off x="4901776" y="3168247"/>
            <a:ext cx="1628540" cy="65200"/>
          </a:xfrm>
          <a:prstGeom prst="rect">
            <a:avLst/>
          </a:prstGeom>
          <a:solidFill>
            <a:srgbClr val="D6A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  <p:sp>
        <p:nvSpPr>
          <p:cNvPr id="77" name="Text Placeholder 5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07503" y="3609961"/>
            <a:ext cx="1299981" cy="21154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0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78" name="Text Placeholder 5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886834" y="3990589"/>
            <a:ext cx="425256" cy="165538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50%</a:t>
            </a:r>
          </a:p>
        </p:txBody>
      </p:sp>
      <p:sp>
        <p:nvSpPr>
          <p:cNvPr id="80" name="Rectangle 79"/>
          <p:cNvSpPr/>
          <p:nvPr userDrawn="1"/>
        </p:nvSpPr>
        <p:spPr>
          <a:xfrm>
            <a:off x="4901776" y="3836347"/>
            <a:ext cx="2182982" cy="65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  <p:sp>
        <p:nvSpPr>
          <p:cNvPr id="81" name="Rectangle 80"/>
          <p:cNvSpPr/>
          <p:nvPr userDrawn="1"/>
        </p:nvSpPr>
        <p:spPr>
          <a:xfrm>
            <a:off x="4901772" y="3835375"/>
            <a:ext cx="1197403" cy="65200"/>
          </a:xfrm>
          <a:prstGeom prst="rect">
            <a:avLst/>
          </a:prstGeom>
          <a:solidFill>
            <a:srgbClr val="D6A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  <p:sp>
        <p:nvSpPr>
          <p:cNvPr id="82" name="Text Placeholder 5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07503" y="4267246"/>
            <a:ext cx="1299981" cy="21154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0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83" name="Text Placeholder 5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6698636" y="4647872"/>
            <a:ext cx="425256" cy="165538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90%</a:t>
            </a:r>
          </a:p>
        </p:txBody>
      </p:sp>
      <p:sp>
        <p:nvSpPr>
          <p:cNvPr id="85" name="Rectangle 84"/>
          <p:cNvSpPr/>
          <p:nvPr userDrawn="1"/>
        </p:nvSpPr>
        <p:spPr>
          <a:xfrm>
            <a:off x="4901776" y="4493634"/>
            <a:ext cx="2182982" cy="65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 userDrawn="1"/>
        </p:nvSpPr>
        <p:spPr>
          <a:xfrm>
            <a:off x="4901772" y="4492662"/>
            <a:ext cx="2016339" cy="65200"/>
          </a:xfrm>
          <a:prstGeom prst="rect">
            <a:avLst/>
          </a:prstGeom>
          <a:solidFill>
            <a:srgbClr val="D6A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0744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7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/>
      <p:bldP spid="81" grpId="0" animBg="1"/>
      <p:bldP spid="8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2649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 userDrawn="1"/>
        </p:nvSpPr>
        <p:spPr>
          <a:xfrm>
            <a:off x="1506323" y="4405387"/>
            <a:ext cx="1666174" cy="16666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299">
              <a:solidFill>
                <a:schemeClr val="bg1"/>
              </a:solidFill>
            </a:endParaRPr>
          </a:p>
        </p:txBody>
      </p:sp>
      <p:sp>
        <p:nvSpPr>
          <p:cNvPr id="25" name="Picture Placeholder 8"/>
          <p:cNvSpPr>
            <a:spLocks noGrp="1"/>
          </p:cNvSpPr>
          <p:nvPr userDrawn="1">
            <p:ph type="pic" sz="quarter" idx="10"/>
          </p:nvPr>
        </p:nvSpPr>
        <p:spPr>
          <a:xfrm>
            <a:off x="1648701" y="4548810"/>
            <a:ext cx="1378455" cy="1378814"/>
          </a:xfrm>
          <a:prstGeom prst="ellipse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27" name="Oval 26"/>
          <p:cNvSpPr/>
          <p:nvPr userDrawn="1"/>
        </p:nvSpPr>
        <p:spPr>
          <a:xfrm>
            <a:off x="5184736" y="4405387"/>
            <a:ext cx="1666174" cy="16666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299">
              <a:solidFill>
                <a:schemeClr val="bg1"/>
              </a:solidFill>
            </a:endParaRPr>
          </a:p>
        </p:txBody>
      </p:sp>
      <p:sp>
        <p:nvSpPr>
          <p:cNvPr id="30" name="Picture Placeholder 8"/>
          <p:cNvSpPr>
            <a:spLocks noGrp="1"/>
          </p:cNvSpPr>
          <p:nvPr userDrawn="1">
            <p:ph type="pic" sz="quarter" idx="33"/>
          </p:nvPr>
        </p:nvSpPr>
        <p:spPr>
          <a:xfrm>
            <a:off x="5327114" y="4548810"/>
            <a:ext cx="1378455" cy="1378814"/>
          </a:xfrm>
          <a:prstGeom prst="ellipse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32" name="Oval 31"/>
          <p:cNvSpPr/>
          <p:nvPr userDrawn="1"/>
        </p:nvSpPr>
        <p:spPr>
          <a:xfrm>
            <a:off x="8747065" y="4405387"/>
            <a:ext cx="1666174" cy="16666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299">
              <a:solidFill>
                <a:schemeClr val="bg1"/>
              </a:solidFill>
            </a:endParaRPr>
          </a:p>
        </p:txBody>
      </p:sp>
      <p:sp>
        <p:nvSpPr>
          <p:cNvPr id="35" name="Picture Placeholder 8"/>
          <p:cNvSpPr>
            <a:spLocks noGrp="1"/>
          </p:cNvSpPr>
          <p:nvPr userDrawn="1">
            <p:ph type="pic" sz="quarter" idx="34"/>
          </p:nvPr>
        </p:nvSpPr>
        <p:spPr>
          <a:xfrm>
            <a:off x="8889443" y="4548810"/>
            <a:ext cx="1378455" cy="1378814"/>
          </a:xfrm>
          <a:prstGeom prst="ellipse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386544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  <p:bldP spid="35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t="15112" r="13428" b="14458"/>
          <a:stretch/>
        </p:blipFill>
        <p:spPr>
          <a:xfrm>
            <a:off x="3231091" y="2057400"/>
            <a:ext cx="5717608" cy="3244804"/>
          </a:xfrm>
          <a:prstGeom prst="rect">
            <a:avLst/>
          </a:prstGeom>
        </p:spPr>
      </p:pic>
      <p:sp>
        <p:nvSpPr>
          <p:cNvPr id="3" name="Rectángulo 1"/>
          <p:cNvSpPr/>
          <p:nvPr userDrawn="1"/>
        </p:nvSpPr>
        <p:spPr>
          <a:xfrm>
            <a:off x="3950385" y="2215307"/>
            <a:ext cx="4256036" cy="269180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riángulo isósceles 30"/>
          <p:cNvSpPr/>
          <p:nvPr userDrawn="1"/>
        </p:nvSpPr>
        <p:spPr>
          <a:xfrm rot="10800000">
            <a:off x="6698807" y="2078150"/>
            <a:ext cx="1614227" cy="2391080"/>
          </a:xfrm>
          <a:prstGeom prst="triangle">
            <a:avLst>
              <a:gd name="adj" fmla="val 0"/>
            </a:avLst>
          </a:prstGeom>
          <a:solidFill>
            <a:srgbClr val="95A5A5">
              <a:alpha val="10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50385" y="2215306"/>
            <a:ext cx="4256036" cy="269180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012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phones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3" y="-1"/>
            <a:ext cx="12188828" cy="4248101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Calibri Light"/>
                <a:cs typeface="Calibri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1" name="Picture Placeholder 2"/>
          <p:cNvSpPr>
            <a:spLocks noGrp="1" noChangeAspect="1"/>
          </p:cNvSpPr>
          <p:nvPr>
            <p:ph type="pic" sz="quarter" idx="10"/>
          </p:nvPr>
        </p:nvSpPr>
        <p:spPr>
          <a:xfrm>
            <a:off x="744650" y="1784818"/>
            <a:ext cx="752475" cy="213995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Calibri Light"/>
                <a:cs typeface="Calibri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sz="quarter" idx="12"/>
          </p:nvPr>
        </p:nvSpPr>
        <p:spPr>
          <a:xfrm>
            <a:off x="3319889" y="1784818"/>
            <a:ext cx="751086" cy="213360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Calibri Light"/>
                <a:cs typeface="Calibri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1650629" y="1553611"/>
            <a:ext cx="1524505" cy="2744087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Calibri Light"/>
                <a:cs typeface="Calibri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8133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7126453" y="0"/>
            <a:ext cx="2971425" cy="6858000"/>
          </a:xfrm>
          <a:prstGeom prst="rect">
            <a:avLst/>
          </a:prstGeom>
          <a:solidFill>
            <a:srgbClr val="F35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macbook-pro.png"/>
          <p:cNvPicPr/>
          <p:nvPr userDrawn="1"/>
        </p:nvPicPr>
        <p:blipFill>
          <a:blip r:embed="rId2">
            <a:extLst/>
          </a:blip>
          <a:stretch>
            <a:fillRect/>
          </a:stretch>
        </p:blipFill>
        <p:spPr>
          <a:xfrm>
            <a:off x="6170612" y="2341083"/>
            <a:ext cx="4876050" cy="278042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Content Placeholder 20"/>
          <p:cNvSpPr>
            <a:spLocks noGrp="1"/>
          </p:cNvSpPr>
          <p:nvPr>
            <p:ph sz="quarter" idx="16"/>
          </p:nvPr>
        </p:nvSpPr>
        <p:spPr>
          <a:xfrm>
            <a:off x="1217612" y="2802155"/>
            <a:ext cx="2971800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217612" y="3145951"/>
            <a:ext cx="4661641" cy="203564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600"/>
              </a:lnSpc>
              <a:spcBef>
                <a:spcPts val="150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932237" y="2520068"/>
            <a:ext cx="3352800" cy="2150559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6956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1096146" y="2305490"/>
            <a:ext cx="1710430" cy="23423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0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3087930" y="2305490"/>
            <a:ext cx="1710430" cy="23423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1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5079714" y="2305490"/>
            <a:ext cx="1710430" cy="23423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2" name="Picture Placeholder 25"/>
          <p:cNvSpPr>
            <a:spLocks noGrp="1"/>
          </p:cNvSpPr>
          <p:nvPr>
            <p:ph type="pic" sz="quarter" idx="13"/>
          </p:nvPr>
        </p:nvSpPr>
        <p:spPr>
          <a:xfrm>
            <a:off x="9142412" y="2305490"/>
            <a:ext cx="1710430" cy="23423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6" name="Rectángulo 30"/>
          <p:cNvSpPr/>
          <p:nvPr userDrawn="1"/>
        </p:nvSpPr>
        <p:spPr>
          <a:xfrm>
            <a:off x="7071498" y="2305832"/>
            <a:ext cx="1789560" cy="23423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18120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614676" y="2001032"/>
            <a:ext cx="2103120" cy="288014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0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2814695" y="2001032"/>
            <a:ext cx="2103120" cy="288014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1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5014713" y="2001032"/>
            <a:ext cx="2103120" cy="288014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3229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616918"/>
            <a:ext cx="9141619" cy="535812"/>
          </a:xfrm>
        </p:spPr>
        <p:txBody>
          <a:bodyPr>
            <a:normAutofit/>
          </a:bodyPr>
          <a:lstStyle>
            <a:lvl1pPr algn="ctr">
              <a:defRPr sz="4000" b="0">
                <a:solidFill>
                  <a:srgbClr val="2D3F51"/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1285443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1314275" y="2453344"/>
            <a:ext cx="1813088" cy="1813856"/>
          </a:xfrm>
          <a:prstGeom prst="ellipse">
            <a:avLst/>
          </a:prstGeom>
          <a:noFill/>
          <a:ln w="9525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9093371" y="2453344"/>
            <a:ext cx="1813088" cy="1813856"/>
          </a:xfrm>
          <a:prstGeom prst="ellipse">
            <a:avLst/>
          </a:prstGeom>
          <a:noFill/>
          <a:ln w="9525">
            <a:solidFill>
              <a:schemeClr val="accent5"/>
            </a:solidFill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27"/>
          </p:nvPr>
        </p:nvSpPr>
        <p:spPr>
          <a:xfrm>
            <a:off x="6579425" y="2453344"/>
            <a:ext cx="1813088" cy="1813856"/>
          </a:xfrm>
          <a:prstGeom prst="ellipse">
            <a:avLst/>
          </a:prstGeom>
          <a:noFill/>
          <a:ln w="9525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31"/>
          </p:nvPr>
        </p:nvSpPr>
        <p:spPr>
          <a:xfrm>
            <a:off x="3860511" y="2453344"/>
            <a:ext cx="1813088" cy="1813856"/>
          </a:xfrm>
          <a:prstGeom prst="ellipse">
            <a:avLst/>
          </a:prstGeom>
          <a:noFill/>
          <a:ln w="9525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47110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animBg="1"/>
      <p:bldP spid="31" grpId="0" animBg="1"/>
      <p:bldP spid="3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7728823" y="2094345"/>
            <a:ext cx="2400830" cy="240145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059173" y="2094345"/>
            <a:ext cx="2400830" cy="240145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893998" y="2094345"/>
            <a:ext cx="2400830" cy="240145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0292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et_the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218113" y="1828800"/>
            <a:ext cx="1752599" cy="1752599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833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eet_the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/>
          <p:cNvSpPr>
            <a:spLocks noGrp="1"/>
          </p:cNvSpPr>
          <p:nvPr>
            <p:ph type="pic" sz="quarter" idx="14"/>
          </p:nvPr>
        </p:nvSpPr>
        <p:spPr>
          <a:xfrm>
            <a:off x="912812" y="3733800"/>
            <a:ext cx="6706384" cy="182456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091833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209652" y="2438400"/>
            <a:ext cx="2843043" cy="31089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0590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209653" y="1524000"/>
            <a:ext cx="1760560" cy="19252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0590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209653" y="2133600"/>
            <a:ext cx="1760560" cy="19252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0590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438113" y="3184498"/>
            <a:ext cx="2438112" cy="16402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08" tIns="58604" rIns="117208" bIns="58604" rtlCol="0" anchor="ctr"/>
          <a:lstStyle/>
          <a:p>
            <a:pPr algn="ctr"/>
            <a:endParaRPr lang="en-US" sz="310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312602" y="3184498"/>
            <a:ext cx="2438112" cy="16402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08" tIns="58604" rIns="117208" bIns="58604" rtlCol="0" anchor="ctr"/>
          <a:lstStyle/>
          <a:p>
            <a:pPr algn="ctr"/>
            <a:endParaRPr lang="en-US" sz="31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824750"/>
            <a:ext cx="2438112" cy="20332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08" tIns="58604" rIns="117208" bIns="58604" rtlCol="0" anchor="ctr"/>
          <a:lstStyle/>
          <a:p>
            <a:pPr algn="ctr"/>
            <a:endParaRPr lang="en-US" sz="31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876226" y="4824750"/>
            <a:ext cx="2438112" cy="20332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08" tIns="58604" rIns="117208" bIns="58604" rtlCol="0" anchor="ctr"/>
          <a:lstStyle/>
          <a:p>
            <a:pPr algn="ctr"/>
            <a:endParaRPr lang="en-US" sz="310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9750712" y="4824750"/>
            <a:ext cx="2438112" cy="20332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08" tIns="58604" rIns="117208" bIns="58604" rtlCol="0" anchor="ctr"/>
          <a:lstStyle/>
          <a:p>
            <a:pPr algn="ctr"/>
            <a:endParaRPr lang="en-US" sz="310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0" y="4800600"/>
            <a:ext cx="2437765" cy="205740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4875530" y="4800600"/>
            <a:ext cx="2437765" cy="20574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9751060" y="4800600"/>
            <a:ext cx="2437765" cy="2057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7754679" y="405823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7754679" y="225548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4488773" y="405823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4488773" y="225548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225587" y="405823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225587" y="2255487"/>
            <a:ext cx="3209544" cy="173736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1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938318" y="1828800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24" name="Shape 575"/>
          <p:cNvSpPr/>
          <p:nvPr userDrawn="1"/>
        </p:nvSpPr>
        <p:spPr>
          <a:xfrm>
            <a:off x="1232001" y="1940008"/>
            <a:ext cx="232109" cy="111343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5" name="Shape 576"/>
          <p:cNvSpPr/>
          <p:nvPr userDrawn="1"/>
        </p:nvSpPr>
        <p:spPr>
          <a:xfrm>
            <a:off x="4490618" y="1940008"/>
            <a:ext cx="232109" cy="111343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6" name="Shape 577"/>
          <p:cNvSpPr/>
          <p:nvPr userDrawn="1"/>
        </p:nvSpPr>
        <p:spPr>
          <a:xfrm>
            <a:off x="7761627" y="1940008"/>
            <a:ext cx="232109" cy="111343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7" name="Shape 578"/>
          <p:cNvSpPr/>
          <p:nvPr userDrawn="1"/>
        </p:nvSpPr>
        <p:spPr>
          <a:xfrm>
            <a:off x="1232001" y="5969729"/>
            <a:ext cx="232109" cy="13471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8" name="Shape 579"/>
          <p:cNvSpPr/>
          <p:nvPr userDrawn="1"/>
        </p:nvSpPr>
        <p:spPr>
          <a:xfrm>
            <a:off x="4490618" y="5969729"/>
            <a:ext cx="232109" cy="13471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29" name="Shape 580"/>
          <p:cNvSpPr/>
          <p:nvPr userDrawn="1"/>
        </p:nvSpPr>
        <p:spPr>
          <a:xfrm>
            <a:off x="7761627" y="5969729"/>
            <a:ext cx="232109" cy="134714"/>
          </a:xfrm>
          <a:prstGeom prst="rect">
            <a:avLst/>
          </a:prstGeom>
          <a:solidFill>
            <a:srgbClr val="F3534B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1674815" y="1828800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3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4938318" y="5891089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1674815" y="5891089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8188930" y="1828800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32"/>
          </p:nvPr>
        </p:nvSpPr>
        <p:spPr>
          <a:xfrm>
            <a:off x="8188930" y="5891089"/>
            <a:ext cx="1689497" cy="274417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7555071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3" grpId="0"/>
      <p:bldP spid="34" grpId="0"/>
      <p:bldP spid="32" grpId="0"/>
      <p:bldP spid="3" grpId="0"/>
      <p:bldP spid="16" grpId="0"/>
      <p:bldP spid="1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9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6161470" y="2721048"/>
            <a:ext cx="6027355" cy="3268275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3368501" y="4400735"/>
            <a:ext cx="2668146" cy="1588588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3365326" y="2721048"/>
            <a:ext cx="2674499" cy="1588588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1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34"/>
          </p:nvPr>
        </p:nvSpPr>
        <p:spPr>
          <a:xfrm>
            <a:off x="625301" y="4400735"/>
            <a:ext cx="2668146" cy="1588588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35"/>
          </p:nvPr>
        </p:nvSpPr>
        <p:spPr>
          <a:xfrm>
            <a:off x="622126" y="2721048"/>
            <a:ext cx="2674499" cy="1588588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4558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7" grpId="0"/>
      <p:bldP spid="3" grpId="0"/>
      <p:bldP spid="16" grpId="0"/>
      <p:bldP spid="19" grpId="0"/>
      <p:bldP spid="20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50431" y="2006224"/>
            <a:ext cx="5343981" cy="41638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323013" y="2008496"/>
            <a:ext cx="5181600" cy="195390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323013" y="4205785"/>
            <a:ext cx="5181600" cy="19539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57164"/>
      </p:ext>
    </p:extLst>
  </p:cSld>
  <p:clrMapOvr>
    <a:masterClrMapping/>
  </p:clrMapOvr>
  <p:transition spd="slow">
    <p:comb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2079592" y="516467"/>
            <a:ext cx="7516442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732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095327" y="985788"/>
            <a:ext cx="548497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6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 dirty="0" smtClean="0"/>
              <a:t>Subtext Goes Here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712705" y="1801441"/>
            <a:ext cx="2596953" cy="174558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Image Holder</a:t>
            </a:r>
            <a:endParaRPr lang="en-US" dirty="0"/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3418459" y="1801441"/>
            <a:ext cx="2596953" cy="174558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Image Holder</a:t>
            </a:r>
            <a:endParaRPr lang="en-US" dirty="0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6134218" y="1801441"/>
            <a:ext cx="2596953" cy="174558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Image Holder</a:t>
            </a:r>
            <a:endParaRPr lang="en-US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42" hasCustomPrompt="1"/>
          </p:nvPr>
        </p:nvSpPr>
        <p:spPr>
          <a:xfrm>
            <a:off x="8825384" y="1801441"/>
            <a:ext cx="2596953" cy="174558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Image Holder</a:t>
            </a:r>
            <a:endParaRPr lang="en-US" dirty="0"/>
          </a:p>
        </p:txBody>
      </p:sp>
      <p:sp>
        <p:nvSpPr>
          <p:cNvPr id="49" name="Picture Placeholder 7"/>
          <p:cNvSpPr>
            <a:spLocks noGrp="1"/>
          </p:cNvSpPr>
          <p:nvPr>
            <p:ph type="pic" sz="quarter" idx="32" hasCustomPrompt="1"/>
          </p:nvPr>
        </p:nvSpPr>
        <p:spPr>
          <a:xfrm>
            <a:off x="712705" y="3657600"/>
            <a:ext cx="10765105" cy="27031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Image 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2104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6" grpId="0" animBg="1"/>
      <p:bldP spid="31" grpId="0" animBg="1"/>
      <p:bldP spid="34" grpId="0" animBg="1"/>
      <p:bldP spid="49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419848" y="1731065"/>
            <a:ext cx="4491991" cy="31457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84700" y="1714500"/>
            <a:ext cx="4483639" cy="31623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44547"/>
      </p:ext>
    </p:extLst>
  </p:cSld>
  <p:clrMapOvr>
    <a:masterClrMapping/>
  </p:clrMapOvr>
  <p:transition spd="slow">
    <p:comb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144" y="6096002"/>
            <a:ext cx="9293671" cy="76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7" rIns="91433" bIns="45717" rtlCol="0" anchor="ctr"/>
          <a:lstStyle/>
          <a:p>
            <a:pPr algn="ctr"/>
            <a:endParaRPr lang="en-US"/>
          </a:p>
        </p:txBody>
      </p:sp>
      <p:sp>
        <p:nvSpPr>
          <p:cNvPr id="78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145" y="2061941"/>
            <a:ext cx="2388257" cy="2388878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7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903283" y="2061942"/>
            <a:ext cx="2388257" cy="2388880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80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799429" y="2061944"/>
            <a:ext cx="2388255" cy="2388877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81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7351475" y="4510423"/>
            <a:ext cx="2388169" cy="2347579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82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2455326" y="4507680"/>
            <a:ext cx="2388169" cy="2350324"/>
          </a:xfr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Sans Pro Light"/>
              </a:defRPr>
            </a:lvl1pPr>
          </a:lstStyle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381001"/>
            <a:ext cx="9141619" cy="535812"/>
          </a:xfrm>
        </p:spPr>
        <p:txBody>
          <a:bodyPr>
            <a:noAutofit/>
          </a:bodyPr>
          <a:lstStyle>
            <a:lvl1pPr algn="ctr">
              <a:defRPr sz="2700" b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996517"/>
            <a:ext cx="9141619" cy="24808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/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23" name="Shape 583"/>
          <p:cNvSpPr/>
          <p:nvPr userDrawn="1"/>
        </p:nvSpPr>
        <p:spPr>
          <a:xfrm>
            <a:off x="2455238" y="2061941"/>
            <a:ext cx="2388257" cy="238887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41" name="Shape 585"/>
          <p:cNvSpPr/>
          <p:nvPr userDrawn="1"/>
        </p:nvSpPr>
        <p:spPr>
          <a:xfrm rot="10800000">
            <a:off x="1144" y="4510335"/>
            <a:ext cx="2388257" cy="2347666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43" name="Shape 587"/>
          <p:cNvSpPr/>
          <p:nvPr userDrawn="1"/>
        </p:nvSpPr>
        <p:spPr>
          <a:xfrm>
            <a:off x="7351387" y="2061941"/>
            <a:ext cx="2388257" cy="2388878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45" name="Shape 589"/>
          <p:cNvSpPr/>
          <p:nvPr userDrawn="1"/>
        </p:nvSpPr>
        <p:spPr>
          <a:xfrm rot="10800000">
            <a:off x="4903283" y="4510335"/>
            <a:ext cx="2388257" cy="234766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sp>
        <p:nvSpPr>
          <p:cNvPr id="47" name="Shape 591"/>
          <p:cNvSpPr/>
          <p:nvPr userDrawn="1"/>
        </p:nvSpPr>
        <p:spPr>
          <a:xfrm rot="10800000">
            <a:off x="9799432" y="4510335"/>
            <a:ext cx="2388257" cy="2347666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25394" tIns="25394" rIns="25394" bIns="25394" anchor="ctr"/>
          <a:lstStyle/>
          <a:p>
            <a:pPr defTabSz="22853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dirty="0"/>
          </a:p>
        </p:txBody>
      </p:sp>
      <p:grpSp>
        <p:nvGrpSpPr>
          <p:cNvPr id="3" name="Group 599"/>
          <p:cNvGrpSpPr/>
          <p:nvPr userDrawn="1"/>
        </p:nvGrpSpPr>
        <p:grpSpPr>
          <a:xfrm>
            <a:off x="2799919" y="2053956"/>
            <a:ext cx="512796" cy="512930"/>
            <a:chOff x="0" y="0"/>
            <a:chExt cx="1025858" cy="1025858"/>
          </a:xfrm>
        </p:grpSpPr>
        <p:sp>
          <p:nvSpPr>
            <p:cNvPr id="52" name="Shape 597"/>
            <p:cNvSpPr/>
            <p:nvPr/>
          </p:nvSpPr>
          <p:spPr>
            <a:xfrm>
              <a:off x="0" y="0"/>
              <a:ext cx="1025859" cy="10258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  <p:sp>
          <p:nvSpPr>
            <p:cNvPr id="53" name="Shape 598"/>
            <p:cNvSpPr/>
            <p:nvPr/>
          </p:nvSpPr>
          <p:spPr>
            <a:xfrm>
              <a:off x="401490" y="322808"/>
              <a:ext cx="222878" cy="380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165" extrusionOk="0">
                  <a:moveTo>
                    <a:pt x="15065" y="577"/>
                  </a:moveTo>
                  <a:cubicBezTo>
                    <a:pt x="13764" y="1320"/>
                    <a:pt x="1039" y="9145"/>
                    <a:pt x="1039" y="9145"/>
                  </a:cubicBezTo>
                  <a:cubicBezTo>
                    <a:pt x="345" y="9541"/>
                    <a:pt x="0" y="10064"/>
                    <a:pt x="0" y="10582"/>
                  </a:cubicBezTo>
                  <a:cubicBezTo>
                    <a:pt x="0" y="11105"/>
                    <a:pt x="345" y="11623"/>
                    <a:pt x="1039" y="12019"/>
                  </a:cubicBezTo>
                  <a:cubicBezTo>
                    <a:pt x="1039" y="12019"/>
                    <a:pt x="13764" y="19844"/>
                    <a:pt x="15065" y="20587"/>
                  </a:cubicBezTo>
                  <a:cubicBezTo>
                    <a:pt x="16367" y="21334"/>
                    <a:pt x="18711" y="21382"/>
                    <a:pt x="20099" y="20587"/>
                  </a:cubicBezTo>
                  <a:cubicBezTo>
                    <a:pt x="21487" y="19796"/>
                    <a:pt x="21600" y="18689"/>
                    <a:pt x="20099" y="17713"/>
                  </a:cubicBezTo>
                  <a:lnTo>
                    <a:pt x="8425" y="10582"/>
                  </a:lnTo>
                  <a:lnTo>
                    <a:pt x="20099" y="3451"/>
                  </a:lnTo>
                  <a:cubicBezTo>
                    <a:pt x="21600" y="2480"/>
                    <a:pt x="21487" y="1373"/>
                    <a:pt x="20099" y="577"/>
                  </a:cubicBezTo>
                  <a:cubicBezTo>
                    <a:pt x="18711" y="-218"/>
                    <a:pt x="16367" y="-165"/>
                    <a:pt x="15065" y="577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</p:grpSp>
      <p:grpSp>
        <p:nvGrpSpPr>
          <p:cNvPr id="4" name="Group 605"/>
          <p:cNvGrpSpPr/>
          <p:nvPr userDrawn="1"/>
        </p:nvGrpSpPr>
        <p:grpSpPr>
          <a:xfrm>
            <a:off x="7699064" y="2053956"/>
            <a:ext cx="512796" cy="512930"/>
            <a:chOff x="0" y="0"/>
            <a:chExt cx="1025858" cy="1025858"/>
          </a:xfrm>
        </p:grpSpPr>
        <p:sp>
          <p:nvSpPr>
            <p:cNvPr id="58" name="Shape 603"/>
            <p:cNvSpPr/>
            <p:nvPr/>
          </p:nvSpPr>
          <p:spPr>
            <a:xfrm>
              <a:off x="0" y="0"/>
              <a:ext cx="1025859" cy="10258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  <p:sp>
          <p:nvSpPr>
            <p:cNvPr id="59" name="Shape 604"/>
            <p:cNvSpPr/>
            <p:nvPr/>
          </p:nvSpPr>
          <p:spPr>
            <a:xfrm>
              <a:off x="401490" y="322808"/>
              <a:ext cx="222878" cy="380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165" extrusionOk="0">
                  <a:moveTo>
                    <a:pt x="15065" y="577"/>
                  </a:moveTo>
                  <a:cubicBezTo>
                    <a:pt x="13764" y="1320"/>
                    <a:pt x="1039" y="9145"/>
                    <a:pt x="1039" y="9145"/>
                  </a:cubicBezTo>
                  <a:cubicBezTo>
                    <a:pt x="345" y="9541"/>
                    <a:pt x="0" y="10064"/>
                    <a:pt x="0" y="10582"/>
                  </a:cubicBezTo>
                  <a:cubicBezTo>
                    <a:pt x="0" y="11105"/>
                    <a:pt x="345" y="11623"/>
                    <a:pt x="1039" y="12019"/>
                  </a:cubicBezTo>
                  <a:cubicBezTo>
                    <a:pt x="1039" y="12019"/>
                    <a:pt x="13764" y="19844"/>
                    <a:pt x="15065" y="20587"/>
                  </a:cubicBezTo>
                  <a:cubicBezTo>
                    <a:pt x="16367" y="21334"/>
                    <a:pt x="18711" y="21382"/>
                    <a:pt x="20099" y="20587"/>
                  </a:cubicBezTo>
                  <a:cubicBezTo>
                    <a:pt x="21487" y="19796"/>
                    <a:pt x="21600" y="18689"/>
                    <a:pt x="20099" y="17713"/>
                  </a:cubicBezTo>
                  <a:lnTo>
                    <a:pt x="8425" y="10582"/>
                  </a:lnTo>
                  <a:lnTo>
                    <a:pt x="20099" y="3451"/>
                  </a:lnTo>
                  <a:cubicBezTo>
                    <a:pt x="21600" y="2480"/>
                    <a:pt x="21487" y="1373"/>
                    <a:pt x="20099" y="577"/>
                  </a:cubicBezTo>
                  <a:cubicBezTo>
                    <a:pt x="18711" y="-218"/>
                    <a:pt x="16367" y="-165"/>
                    <a:pt x="15065" y="577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</p:grpSp>
      <p:grpSp>
        <p:nvGrpSpPr>
          <p:cNvPr id="5" name="Group 611"/>
          <p:cNvGrpSpPr/>
          <p:nvPr userDrawn="1"/>
        </p:nvGrpSpPr>
        <p:grpSpPr>
          <a:xfrm>
            <a:off x="10147139" y="4507677"/>
            <a:ext cx="512796" cy="512930"/>
            <a:chOff x="0" y="0"/>
            <a:chExt cx="1025858" cy="1025858"/>
          </a:xfrm>
        </p:grpSpPr>
        <p:sp>
          <p:nvSpPr>
            <p:cNvPr id="64" name="Shape 609"/>
            <p:cNvSpPr/>
            <p:nvPr/>
          </p:nvSpPr>
          <p:spPr>
            <a:xfrm>
              <a:off x="0" y="0"/>
              <a:ext cx="1025859" cy="10258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  <p:sp>
          <p:nvSpPr>
            <p:cNvPr id="65" name="Shape 610"/>
            <p:cNvSpPr/>
            <p:nvPr/>
          </p:nvSpPr>
          <p:spPr>
            <a:xfrm rot="5400000">
              <a:off x="401490" y="322808"/>
              <a:ext cx="222878" cy="380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165" extrusionOk="0">
                  <a:moveTo>
                    <a:pt x="15065" y="577"/>
                  </a:moveTo>
                  <a:cubicBezTo>
                    <a:pt x="13764" y="1320"/>
                    <a:pt x="1039" y="9145"/>
                    <a:pt x="1039" y="9145"/>
                  </a:cubicBezTo>
                  <a:cubicBezTo>
                    <a:pt x="345" y="9541"/>
                    <a:pt x="0" y="10064"/>
                    <a:pt x="0" y="10582"/>
                  </a:cubicBezTo>
                  <a:cubicBezTo>
                    <a:pt x="0" y="11105"/>
                    <a:pt x="345" y="11623"/>
                    <a:pt x="1039" y="12019"/>
                  </a:cubicBezTo>
                  <a:cubicBezTo>
                    <a:pt x="1039" y="12019"/>
                    <a:pt x="13764" y="19844"/>
                    <a:pt x="15065" y="20587"/>
                  </a:cubicBezTo>
                  <a:cubicBezTo>
                    <a:pt x="16367" y="21334"/>
                    <a:pt x="18711" y="21382"/>
                    <a:pt x="20099" y="20587"/>
                  </a:cubicBezTo>
                  <a:cubicBezTo>
                    <a:pt x="21487" y="19796"/>
                    <a:pt x="21600" y="18689"/>
                    <a:pt x="20099" y="17713"/>
                  </a:cubicBezTo>
                  <a:lnTo>
                    <a:pt x="8425" y="10582"/>
                  </a:lnTo>
                  <a:lnTo>
                    <a:pt x="20099" y="3451"/>
                  </a:lnTo>
                  <a:cubicBezTo>
                    <a:pt x="21600" y="2480"/>
                    <a:pt x="21487" y="1373"/>
                    <a:pt x="20099" y="577"/>
                  </a:cubicBezTo>
                  <a:cubicBezTo>
                    <a:pt x="18711" y="-218"/>
                    <a:pt x="16367" y="-165"/>
                    <a:pt x="15065" y="577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</p:grpSp>
      <p:grpSp>
        <p:nvGrpSpPr>
          <p:cNvPr id="6" name="Group 617"/>
          <p:cNvGrpSpPr/>
          <p:nvPr userDrawn="1"/>
        </p:nvGrpSpPr>
        <p:grpSpPr>
          <a:xfrm>
            <a:off x="5248111" y="4507677"/>
            <a:ext cx="512796" cy="512930"/>
            <a:chOff x="0" y="0"/>
            <a:chExt cx="1025858" cy="1025858"/>
          </a:xfrm>
        </p:grpSpPr>
        <p:sp>
          <p:nvSpPr>
            <p:cNvPr id="70" name="Shape 615"/>
            <p:cNvSpPr/>
            <p:nvPr/>
          </p:nvSpPr>
          <p:spPr>
            <a:xfrm>
              <a:off x="0" y="0"/>
              <a:ext cx="1025859" cy="10258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  <p:sp>
          <p:nvSpPr>
            <p:cNvPr id="71" name="Shape 616"/>
            <p:cNvSpPr/>
            <p:nvPr/>
          </p:nvSpPr>
          <p:spPr>
            <a:xfrm rot="10800000">
              <a:off x="401490" y="322808"/>
              <a:ext cx="222878" cy="380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165" extrusionOk="0">
                  <a:moveTo>
                    <a:pt x="15065" y="577"/>
                  </a:moveTo>
                  <a:cubicBezTo>
                    <a:pt x="13764" y="1320"/>
                    <a:pt x="1039" y="9145"/>
                    <a:pt x="1039" y="9145"/>
                  </a:cubicBezTo>
                  <a:cubicBezTo>
                    <a:pt x="345" y="9541"/>
                    <a:pt x="0" y="10064"/>
                    <a:pt x="0" y="10582"/>
                  </a:cubicBezTo>
                  <a:cubicBezTo>
                    <a:pt x="0" y="11105"/>
                    <a:pt x="345" y="11623"/>
                    <a:pt x="1039" y="12019"/>
                  </a:cubicBezTo>
                  <a:cubicBezTo>
                    <a:pt x="1039" y="12019"/>
                    <a:pt x="13764" y="19844"/>
                    <a:pt x="15065" y="20587"/>
                  </a:cubicBezTo>
                  <a:cubicBezTo>
                    <a:pt x="16367" y="21334"/>
                    <a:pt x="18711" y="21382"/>
                    <a:pt x="20099" y="20587"/>
                  </a:cubicBezTo>
                  <a:cubicBezTo>
                    <a:pt x="21487" y="19796"/>
                    <a:pt x="21600" y="18689"/>
                    <a:pt x="20099" y="17713"/>
                  </a:cubicBezTo>
                  <a:lnTo>
                    <a:pt x="8425" y="10582"/>
                  </a:lnTo>
                  <a:lnTo>
                    <a:pt x="20099" y="3451"/>
                  </a:lnTo>
                  <a:cubicBezTo>
                    <a:pt x="21600" y="2480"/>
                    <a:pt x="21487" y="1373"/>
                    <a:pt x="20099" y="577"/>
                  </a:cubicBezTo>
                  <a:cubicBezTo>
                    <a:pt x="18711" y="-218"/>
                    <a:pt x="16367" y="-165"/>
                    <a:pt x="15065" y="57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</p:grpSp>
      <p:grpSp>
        <p:nvGrpSpPr>
          <p:cNvPr id="7" name="Group 623"/>
          <p:cNvGrpSpPr/>
          <p:nvPr userDrawn="1"/>
        </p:nvGrpSpPr>
        <p:grpSpPr>
          <a:xfrm>
            <a:off x="348850" y="4507677"/>
            <a:ext cx="512796" cy="512930"/>
            <a:chOff x="0" y="0"/>
            <a:chExt cx="1025858" cy="1025858"/>
          </a:xfrm>
        </p:grpSpPr>
        <p:sp>
          <p:nvSpPr>
            <p:cNvPr id="76" name="Shape 621"/>
            <p:cNvSpPr/>
            <p:nvPr/>
          </p:nvSpPr>
          <p:spPr>
            <a:xfrm>
              <a:off x="0" y="0"/>
              <a:ext cx="1025859" cy="10258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  <p:sp>
          <p:nvSpPr>
            <p:cNvPr id="77" name="Shape 622"/>
            <p:cNvSpPr/>
            <p:nvPr/>
          </p:nvSpPr>
          <p:spPr>
            <a:xfrm rot="10800000">
              <a:off x="401490" y="322808"/>
              <a:ext cx="222878" cy="380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165" extrusionOk="0">
                  <a:moveTo>
                    <a:pt x="15065" y="577"/>
                  </a:moveTo>
                  <a:cubicBezTo>
                    <a:pt x="13764" y="1320"/>
                    <a:pt x="1039" y="9145"/>
                    <a:pt x="1039" y="9145"/>
                  </a:cubicBezTo>
                  <a:cubicBezTo>
                    <a:pt x="345" y="9541"/>
                    <a:pt x="0" y="10064"/>
                    <a:pt x="0" y="10582"/>
                  </a:cubicBezTo>
                  <a:cubicBezTo>
                    <a:pt x="0" y="11105"/>
                    <a:pt x="345" y="11623"/>
                    <a:pt x="1039" y="12019"/>
                  </a:cubicBezTo>
                  <a:cubicBezTo>
                    <a:pt x="1039" y="12019"/>
                    <a:pt x="13764" y="19844"/>
                    <a:pt x="15065" y="20587"/>
                  </a:cubicBezTo>
                  <a:cubicBezTo>
                    <a:pt x="16367" y="21334"/>
                    <a:pt x="18711" y="21382"/>
                    <a:pt x="20099" y="20587"/>
                  </a:cubicBezTo>
                  <a:cubicBezTo>
                    <a:pt x="21487" y="19796"/>
                    <a:pt x="21600" y="18689"/>
                    <a:pt x="20099" y="17713"/>
                  </a:cubicBezTo>
                  <a:lnTo>
                    <a:pt x="8425" y="10582"/>
                  </a:lnTo>
                  <a:lnTo>
                    <a:pt x="20099" y="3451"/>
                  </a:lnTo>
                  <a:cubicBezTo>
                    <a:pt x="21600" y="2480"/>
                    <a:pt x="21487" y="1373"/>
                    <a:pt x="20099" y="577"/>
                  </a:cubicBezTo>
                  <a:cubicBezTo>
                    <a:pt x="18711" y="-218"/>
                    <a:pt x="16367" y="-165"/>
                    <a:pt x="15065" y="577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22853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ource Sans Pro Light"/>
                  <a:ea typeface="Source Sans Pro Light"/>
                  <a:cs typeface="Source Sans Pro Light"/>
                  <a:sym typeface="Source Sans Pro Light"/>
                </a:defRPr>
              </a:pPr>
              <a:endParaRPr dirty="0"/>
            </a:p>
          </p:txBody>
        </p:sp>
      </p:grpSp>
      <p:sp>
        <p:nvSpPr>
          <p:cNvPr id="83" name="Content Placeholder 20"/>
          <p:cNvSpPr>
            <a:spLocks noGrp="1"/>
          </p:cNvSpPr>
          <p:nvPr>
            <p:ph sz="quarter" idx="16"/>
          </p:nvPr>
        </p:nvSpPr>
        <p:spPr>
          <a:xfrm>
            <a:off x="2759889" y="2872114"/>
            <a:ext cx="187128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84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2759892" y="3176960"/>
            <a:ext cx="1923530" cy="1143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85" name="Content Placeholder 20"/>
          <p:cNvSpPr>
            <a:spLocks noGrp="1"/>
          </p:cNvSpPr>
          <p:nvPr>
            <p:ph sz="quarter" idx="27"/>
          </p:nvPr>
        </p:nvSpPr>
        <p:spPr>
          <a:xfrm>
            <a:off x="7659033" y="2872114"/>
            <a:ext cx="187128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86" name="Text Placeholder 17"/>
          <p:cNvSpPr>
            <a:spLocks noGrp="1"/>
          </p:cNvSpPr>
          <p:nvPr>
            <p:ph type="body" sz="quarter" idx="28"/>
          </p:nvPr>
        </p:nvSpPr>
        <p:spPr>
          <a:xfrm>
            <a:off x="7659033" y="3176960"/>
            <a:ext cx="1923530" cy="1143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87" name="Content Placeholder 20"/>
          <p:cNvSpPr>
            <a:spLocks noGrp="1"/>
          </p:cNvSpPr>
          <p:nvPr>
            <p:ph sz="quarter" idx="29"/>
          </p:nvPr>
        </p:nvSpPr>
        <p:spPr>
          <a:xfrm>
            <a:off x="10107107" y="5295853"/>
            <a:ext cx="187128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8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10107110" y="5600700"/>
            <a:ext cx="1923530" cy="1143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89" name="Content Placeholder 20"/>
          <p:cNvSpPr>
            <a:spLocks noGrp="1"/>
          </p:cNvSpPr>
          <p:nvPr>
            <p:ph sz="quarter" idx="31"/>
          </p:nvPr>
        </p:nvSpPr>
        <p:spPr>
          <a:xfrm>
            <a:off x="308934" y="5295853"/>
            <a:ext cx="187128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90" name="Text Placeholder 17"/>
          <p:cNvSpPr>
            <a:spLocks noGrp="1"/>
          </p:cNvSpPr>
          <p:nvPr>
            <p:ph type="body" sz="quarter" idx="32"/>
          </p:nvPr>
        </p:nvSpPr>
        <p:spPr>
          <a:xfrm>
            <a:off x="308937" y="5600700"/>
            <a:ext cx="1923530" cy="1143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  <p:sp>
        <p:nvSpPr>
          <p:cNvPr id="91" name="Content Placeholder 20"/>
          <p:cNvSpPr>
            <a:spLocks noGrp="1"/>
          </p:cNvSpPr>
          <p:nvPr>
            <p:ph sz="quarter" idx="33"/>
          </p:nvPr>
        </p:nvSpPr>
        <p:spPr>
          <a:xfrm>
            <a:off x="5208078" y="5295853"/>
            <a:ext cx="1871281" cy="228600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GB" dirty="0" smtClean="0"/>
          </a:p>
        </p:txBody>
      </p:sp>
      <p:sp>
        <p:nvSpPr>
          <p:cNvPr id="92" name="Text Placeholder 17"/>
          <p:cNvSpPr>
            <a:spLocks noGrp="1"/>
          </p:cNvSpPr>
          <p:nvPr>
            <p:ph type="body" sz="quarter" idx="34"/>
          </p:nvPr>
        </p:nvSpPr>
        <p:spPr>
          <a:xfrm>
            <a:off x="5208081" y="5600700"/>
            <a:ext cx="1923530" cy="1143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1500"/>
              </a:spcBef>
              <a:buNone/>
              <a:defRPr sz="1000">
                <a:solidFill>
                  <a:schemeClr val="bg1"/>
                </a:solidFill>
                <a:latin typeface="Source Sans Pro Light"/>
              </a:defRPr>
            </a:lvl1pPr>
          </a:lstStyle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46363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00"/>
                            </p:stCondLst>
                            <p:childTnLst>
                              <p:par>
                                <p:cTn id="8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  <p:bldP spid="16" grpId="0"/>
      <p:bldP spid="21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41" grpId="0" animBg="1"/>
      <p:bldP spid="43" grpId="0" animBg="1"/>
      <p:bldP spid="45" grpId="0" animBg="1"/>
      <p:bldP spid="47" grpId="0" animBg="1"/>
      <p:bldP spid="83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1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2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4117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pto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39"/>
          <p:cNvSpPr/>
          <p:nvPr userDrawn="1"/>
        </p:nvSpPr>
        <p:spPr>
          <a:xfrm>
            <a:off x="5614561" y="3559055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Elipse 48"/>
          <p:cNvSpPr/>
          <p:nvPr userDrawn="1"/>
        </p:nvSpPr>
        <p:spPr>
          <a:xfrm>
            <a:off x="9366632" y="4128561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lipse 45"/>
          <p:cNvSpPr/>
          <p:nvPr userDrawn="1"/>
        </p:nvSpPr>
        <p:spPr>
          <a:xfrm>
            <a:off x="769773" y="5178933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6"/>
          <p:cNvSpPr/>
          <p:nvPr userDrawn="1"/>
        </p:nvSpPr>
        <p:spPr>
          <a:xfrm>
            <a:off x="2939716" y="5178933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Elipse 49"/>
          <p:cNvSpPr/>
          <p:nvPr userDrawn="1"/>
        </p:nvSpPr>
        <p:spPr>
          <a:xfrm>
            <a:off x="10465019" y="5189700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Elipse 41"/>
          <p:cNvSpPr/>
          <p:nvPr userDrawn="1"/>
        </p:nvSpPr>
        <p:spPr>
          <a:xfrm>
            <a:off x="1884658" y="4117773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50"/>
          <p:cNvSpPr/>
          <p:nvPr userDrawn="1"/>
        </p:nvSpPr>
        <p:spPr>
          <a:xfrm>
            <a:off x="5657718" y="3559055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Elipse 51"/>
          <p:cNvSpPr/>
          <p:nvPr userDrawn="1"/>
        </p:nvSpPr>
        <p:spPr>
          <a:xfrm>
            <a:off x="812930" y="5178933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Elipse 52"/>
          <p:cNvSpPr/>
          <p:nvPr userDrawn="1"/>
        </p:nvSpPr>
        <p:spPr>
          <a:xfrm>
            <a:off x="2982873" y="5178933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53"/>
          <p:cNvSpPr/>
          <p:nvPr userDrawn="1"/>
        </p:nvSpPr>
        <p:spPr>
          <a:xfrm>
            <a:off x="8324293" y="5155561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Elipse 68"/>
          <p:cNvSpPr/>
          <p:nvPr userDrawn="1"/>
        </p:nvSpPr>
        <p:spPr>
          <a:xfrm>
            <a:off x="9409789" y="4128561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Elipse 69"/>
          <p:cNvSpPr/>
          <p:nvPr userDrawn="1"/>
        </p:nvSpPr>
        <p:spPr>
          <a:xfrm>
            <a:off x="10508176" y="5189700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Elipse 1"/>
          <p:cNvSpPr/>
          <p:nvPr userDrawn="1"/>
        </p:nvSpPr>
        <p:spPr>
          <a:xfrm>
            <a:off x="5600274" y="2056477"/>
            <a:ext cx="1071728" cy="1039953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22"/>
          <p:cNvCxnSpPr>
            <a:stCxn id="25" idx="4"/>
            <a:endCxn id="23" idx="0"/>
          </p:cNvCxnSpPr>
          <p:nvPr userDrawn="1"/>
        </p:nvCxnSpPr>
        <p:spPr>
          <a:xfrm>
            <a:off x="6149261" y="3110718"/>
            <a:ext cx="0" cy="45746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25"/>
          <p:cNvCxnSpPr>
            <a:stCxn id="23" idx="2"/>
          </p:cNvCxnSpPr>
          <p:nvPr userDrawn="1"/>
        </p:nvCxnSpPr>
        <p:spPr>
          <a:xfrm flipH="1">
            <a:off x="2931886" y="4105210"/>
            <a:ext cx="2680346" cy="52805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28"/>
          <p:cNvCxnSpPr/>
          <p:nvPr userDrawn="1"/>
        </p:nvCxnSpPr>
        <p:spPr>
          <a:xfrm>
            <a:off x="6701678" y="4120600"/>
            <a:ext cx="2664953" cy="53702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33"/>
          <p:cNvCxnSpPr>
            <a:stCxn id="24" idx="3"/>
            <a:endCxn id="27" idx="7"/>
          </p:cNvCxnSpPr>
          <p:nvPr userDrawn="1"/>
        </p:nvCxnSpPr>
        <p:spPr>
          <a:xfrm flipH="1">
            <a:off x="1685150" y="5021975"/>
            <a:ext cx="329971" cy="29728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36"/>
          <p:cNvCxnSpPr>
            <a:stCxn id="24" idx="5"/>
            <a:endCxn id="28" idx="1"/>
          </p:cNvCxnSpPr>
          <p:nvPr userDrawn="1"/>
        </p:nvCxnSpPr>
        <p:spPr>
          <a:xfrm>
            <a:off x="2774594" y="5021975"/>
            <a:ext cx="328226" cy="29728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43"/>
          <p:cNvCxnSpPr>
            <a:stCxn id="26" idx="3"/>
            <a:endCxn id="29" idx="7"/>
          </p:cNvCxnSpPr>
          <p:nvPr userDrawn="1"/>
        </p:nvCxnSpPr>
        <p:spPr>
          <a:xfrm flipH="1">
            <a:off x="9211090" y="5021975"/>
            <a:ext cx="328224" cy="29728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44"/>
          <p:cNvCxnSpPr>
            <a:stCxn id="26" idx="5"/>
            <a:endCxn id="30" idx="1"/>
          </p:cNvCxnSpPr>
          <p:nvPr userDrawn="1"/>
        </p:nvCxnSpPr>
        <p:spPr>
          <a:xfrm>
            <a:off x="10298787" y="5021975"/>
            <a:ext cx="329973" cy="29728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/>
          <p:cNvSpPr/>
          <p:nvPr userDrawn="1"/>
        </p:nvSpPr>
        <p:spPr>
          <a:xfrm>
            <a:off x="5612232" y="3568181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Elipse 6"/>
          <p:cNvSpPr/>
          <p:nvPr userDrawn="1"/>
        </p:nvSpPr>
        <p:spPr>
          <a:xfrm>
            <a:off x="1857829" y="4105210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Elipse 3"/>
          <p:cNvSpPr/>
          <p:nvPr userDrawn="1"/>
        </p:nvSpPr>
        <p:spPr>
          <a:xfrm>
            <a:off x="5612232" y="2036661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Elipse 14"/>
          <p:cNvSpPr/>
          <p:nvPr userDrawn="1"/>
        </p:nvSpPr>
        <p:spPr>
          <a:xfrm>
            <a:off x="9382022" y="4105210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Elipse 16"/>
          <p:cNvSpPr/>
          <p:nvPr userDrawn="1"/>
        </p:nvSpPr>
        <p:spPr>
          <a:xfrm>
            <a:off x="768385" y="5161964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Elipse 18"/>
          <p:cNvSpPr/>
          <p:nvPr userDrawn="1"/>
        </p:nvSpPr>
        <p:spPr>
          <a:xfrm>
            <a:off x="2945528" y="5161964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Elipse 40"/>
          <p:cNvSpPr/>
          <p:nvPr userDrawn="1"/>
        </p:nvSpPr>
        <p:spPr>
          <a:xfrm>
            <a:off x="8294325" y="5161964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Elipse 42"/>
          <p:cNvSpPr/>
          <p:nvPr userDrawn="1"/>
        </p:nvSpPr>
        <p:spPr>
          <a:xfrm>
            <a:off x="10471468" y="5161964"/>
            <a:ext cx="1074057" cy="1074057"/>
          </a:xfrm>
          <a:prstGeom prst="ellipse">
            <a:avLst/>
          </a:prstGeom>
          <a:noFill/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Elipse 56"/>
          <p:cNvSpPr/>
          <p:nvPr userDrawn="1"/>
        </p:nvSpPr>
        <p:spPr>
          <a:xfrm>
            <a:off x="4808909" y="2361753"/>
            <a:ext cx="429491" cy="429491"/>
          </a:xfrm>
          <a:prstGeom prst="ellipse">
            <a:avLst/>
          </a:prstGeom>
          <a:solidFill>
            <a:srgbClr val="F35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Elipse 57"/>
          <p:cNvSpPr/>
          <p:nvPr userDrawn="1"/>
        </p:nvSpPr>
        <p:spPr>
          <a:xfrm>
            <a:off x="7482066" y="5522840"/>
            <a:ext cx="429491" cy="42949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Elipse 58"/>
          <p:cNvSpPr/>
          <p:nvPr userDrawn="1"/>
        </p:nvSpPr>
        <p:spPr>
          <a:xfrm>
            <a:off x="4170373" y="4872156"/>
            <a:ext cx="429491" cy="429491"/>
          </a:xfrm>
          <a:prstGeom prst="ellipse">
            <a:avLst/>
          </a:prstGeom>
          <a:solidFill>
            <a:srgbClr val="F35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Elipse 59"/>
          <p:cNvSpPr/>
          <p:nvPr userDrawn="1"/>
        </p:nvSpPr>
        <p:spPr>
          <a:xfrm>
            <a:off x="6946594" y="3335814"/>
            <a:ext cx="429491" cy="42949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CuadroTexto 60"/>
          <p:cNvSpPr txBox="1"/>
          <p:nvPr userDrawn="1"/>
        </p:nvSpPr>
        <p:spPr>
          <a:xfrm>
            <a:off x="4827277" y="239183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latin typeface="FontAwesome" pitchFamily="50" charset="0"/>
              </a:rPr>
              <a:t></a:t>
            </a:r>
            <a:endParaRPr lang="es-MX" dirty="0"/>
          </a:p>
        </p:txBody>
      </p:sp>
      <p:sp>
        <p:nvSpPr>
          <p:cNvPr id="38" name="CuadroTexto 61"/>
          <p:cNvSpPr txBox="1"/>
          <p:nvPr userDrawn="1"/>
        </p:nvSpPr>
        <p:spPr>
          <a:xfrm>
            <a:off x="7495037" y="5551456"/>
            <a:ext cx="45878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  <a:latin typeface="FontAwesome" pitchFamily="50" charset="0"/>
              </a:rPr>
              <a:t>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9" name="CuadroTexto 62"/>
          <p:cNvSpPr txBox="1"/>
          <p:nvPr userDrawn="1"/>
        </p:nvSpPr>
        <p:spPr>
          <a:xfrm>
            <a:off x="4177060" y="489971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latin typeface="FontAwesome" pitchFamily="50" charset="0"/>
              </a:rPr>
              <a:t></a:t>
            </a:r>
            <a:endParaRPr lang="es-MX" dirty="0"/>
          </a:p>
        </p:txBody>
      </p:sp>
      <p:sp>
        <p:nvSpPr>
          <p:cNvPr id="40" name="CuadroTexto 63"/>
          <p:cNvSpPr txBox="1"/>
          <p:nvPr userDrawn="1"/>
        </p:nvSpPr>
        <p:spPr>
          <a:xfrm>
            <a:off x="6972977" y="3381143"/>
            <a:ext cx="47961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  <a:latin typeface="FontAwesome" pitchFamily="50" charset="0"/>
              </a:rPr>
              <a:t>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41" name="Rectángulo 64"/>
          <p:cNvSpPr/>
          <p:nvPr userDrawn="1"/>
        </p:nvSpPr>
        <p:spPr>
          <a:xfrm>
            <a:off x="2395112" y="2445866"/>
            <a:ext cx="23440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s-MX" sz="1200" dirty="0">
              <a:solidFill>
                <a:srgbClr val="95A5A5"/>
              </a:solidFill>
              <a:latin typeface="Segoe UI Light" panose="020B0502040204020203" pitchFamily="34" charset="0"/>
            </a:endParaRPr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10"/>
          </p:nvPr>
        </p:nvSpPr>
        <p:spPr>
          <a:xfrm>
            <a:off x="5636863" y="2077264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47" name="Picture Placeholder 45"/>
          <p:cNvSpPr>
            <a:spLocks noGrp="1"/>
          </p:cNvSpPr>
          <p:nvPr>
            <p:ph type="pic" sz="quarter" idx="11"/>
          </p:nvPr>
        </p:nvSpPr>
        <p:spPr>
          <a:xfrm>
            <a:off x="5636863" y="3588012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48" name="Picture Placeholder 45"/>
          <p:cNvSpPr>
            <a:spLocks noGrp="1"/>
          </p:cNvSpPr>
          <p:nvPr>
            <p:ph type="pic" sz="quarter" idx="12"/>
          </p:nvPr>
        </p:nvSpPr>
        <p:spPr>
          <a:xfrm>
            <a:off x="1886211" y="4130208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49" name="Picture Placeholder 45"/>
          <p:cNvSpPr>
            <a:spLocks noGrp="1"/>
          </p:cNvSpPr>
          <p:nvPr>
            <p:ph type="pic" sz="quarter" idx="13"/>
          </p:nvPr>
        </p:nvSpPr>
        <p:spPr>
          <a:xfrm>
            <a:off x="9413446" y="4130208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50" name="Picture Placeholder 45"/>
          <p:cNvSpPr>
            <a:spLocks noGrp="1"/>
          </p:cNvSpPr>
          <p:nvPr>
            <p:ph type="pic" sz="quarter" idx="14"/>
          </p:nvPr>
        </p:nvSpPr>
        <p:spPr>
          <a:xfrm>
            <a:off x="799532" y="5192185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51" name="Picture Placeholder 45"/>
          <p:cNvSpPr>
            <a:spLocks noGrp="1"/>
          </p:cNvSpPr>
          <p:nvPr>
            <p:ph type="pic" sz="quarter" idx="15"/>
          </p:nvPr>
        </p:nvSpPr>
        <p:spPr>
          <a:xfrm>
            <a:off x="2972888" y="5192185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52" name="Picture Placeholder 45"/>
          <p:cNvSpPr>
            <a:spLocks noGrp="1"/>
          </p:cNvSpPr>
          <p:nvPr>
            <p:ph type="pic" sz="quarter" idx="16"/>
          </p:nvPr>
        </p:nvSpPr>
        <p:spPr>
          <a:xfrm>
            <a:off x="8326767" y="5192185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53" name="Picture Placeholder 45"/>
          <p:cNvSpPr>
            <a:spLocks noGrp="1"/>
          </p:cNvSpPr>
          <p:nvPr>
            <p:ph type="pic" sz="quarter" idx="17"/>
          </p:nvPr>
        </p:nvSpPr>
        <p:spPr>
          <a:xfrm>
            <a:off x="10500123" y="5192185"/>
            <a:ext cx="1025054" cy="102505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674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865813" y="0"/>
            <a:ext cx="6323012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8827662" y="4442692"/>
            <a:ext cx="2576274" cy="169949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6085175" y="2689197"/>
            <a:ext cx="2576274" cy="3452985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8827663" y="811572"/>
            <a:ext cx="2576274" cy="345298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85175" y="811597"/>
            <a:ext cx="2576274" cy="169949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980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3757374" y="1699657"/>
            <a:ext cx="2286000" cy="2286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6168111" y="1709920"/>
            <a:ext cx="4693944" cy="4690877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1397328" y="4085505"/>
            <a:ext cx="2286000" cy="2286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397722" y="1683330"/>
            <a:ext cx="2286000" cy="2286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3780702" y="4100945"/>
            <a:ext cx="2286000" cy="2286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241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3603" y="616918"/>
            <a:ext cx="9141619" cy="535812"/>
          </a:xfrm>
        </p:spPr>
        <p:txBody>
          <a:bodyPr>
            <a:normAutofit/>
          </a:bodyPr>
          <a:lstStyle>
            <a:lvl1pPr algn="ctr">
              <a:defRPr sz="4000" b="0">
                <a:solidFill>
                  <a:srgbClr val="2D3F51"/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523603" y="1285443"/>
            <a:ext cx="9141619" cy="24808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400"/>
              </a:lnSpc>
              <a:buNone/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 smtClean="0"/>
              <a:t>write your relevant text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609765" y="2239995"/>
            <a:ext cx="2894220" cy="2895445"/>
          </a:xfrm>
          <a:prstGeom prst="ellipse">
            <a:avLst/>
          </a:prstGeom>
          <a:noFill/>
          <a:ln w="6350">
            <a:solidFill>
              <a:schemeClr val="accent5"/>
            </a:solidFill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GB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6" hasCustomPrompt="1"/>
          </p:nvPr>
        </p:nvSpPr>
        <p:spPr>
          <a:xfrm>
            <a:off x="917477" y="2343501"/>
            <a:ext cx="3240459" cy="2238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id-ID" dirty="0" smtClean="0"/>
              <a:t>Write</a:t>
            </a:r>
            <a:endParaRPr lang="en-GB" dirty="0" smtClean="0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1142703" y="2830494"/>
            <a:ext cx="3015234" cy="2285790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700"/>
              </a:lnSpc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 smtClean="0"/>
              <a:t>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r>
              <a:rPr lang="en-US" dirty="0" smtClean="0"/>
              <a:t> </a:t>
            </a:r>
            <a:r>
              <a:rPr lang="en-US" dirty="0" err="1" smtClean="0"/>
              <a:t>uomnis</a:t>
            </a:r>
            <a:r>
              <a:rPr lang="en-US" dirty="0" smtClean="0"/>
              <a:t> </a:t>
            </a:r>
            <a:r>
              <a:rPr lang="en-US" dirty="0" err="1" smtClean="0"/>
              <a:t>iste</a:t>
            </a:r>
            <a:r>
              <a:rPr lang="en-US" dirty="0" smtClean="0"/>
              <a:t> </a:t>
            </a:r>
            <a:r>
              <a:rPr lang="en-US" dirty="0" err="1" smtClean="0"/>
              <a:t>natus</a:t>
            </a:r>
            <a:r>
              <a:rPr lang="en-US" dirty="0" smtClean="0"/>
              <a:t> error sit </a:t>
            </a:r>
            <a:r>
              <a:rPr lang="en-US" dirty="0" err="1" smtClean="0"/>
              <a:t>voluptatem</a:t>
            </a:r>
            <a:r>
              <a:rPr lang="en-US" dirty="0" smtClean="0"/>
              <a:t> </a:t>
            </a:r>
            <a:r>
              <a:rPr lang="en-US" dirty="0" err="1" smtClean="0"/>
              <a:t>accusantium</a:t>
            </a:r>
            <a:r>
              <a:rPr lang="en-US" dirty="0" smtClean="0"/>
              <a:t> </a:t>
            </a:r>
            <a:r>
              <a:rPr lang="en-US" dirty="0" err="1" smtClean="0"/>
              <a:t>doloremque</a:t>
            </a:r>
            <a:r>
              <a:rPr lang="en-US" dirty="0" smtClean="0"/>
              <a:t> </a:t>
            </a:r>
            <a:r>
              <a:rPr lang="en-US" dirty="0" err="1" smtClean="0"/>
              <a:t>laudantium</a:t>
            </a:r>
            <a:r>
              <a:rPr lang="en-US" dirty="0" smtClean="0"/>
              <a:t>, </a:t>
            </a:r>
            <a:r>
              <a:rPr lang="en-US" dirty="0" err="1" smtClean="0"/>
              <a:t>totamconseSed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r>
              <a:rPr lang="en-US" dirty="0" smtClean="0"/>
              <a:t> </a:t>
            </a:r>
            <a:r>
              <a:rPr lang="en-US" dirty="0" err="1" smtClean="0"/>
              <a:t>uomnis</a:t>
            </a:r>
            <a:r>
              <a:rPr lang="en-US" dirty="0" smtClean="0"/>
              <a:t> </a:t>
            </a:r>
            <a:r>
              <a:rPr lang="en-US" dirty="0" err="1" smtClean="0"/>
              <a:t>iste</a:t>
            </a:r>
            <a:r>
              <a:rPr lang="en-US" dirty="0" smtClean="0"/>
              <a:t> </a:t>
            </a:r>
            <a:r>
              <a:rPr lang="en-US" dirty="0" err="1" smtClean="0"/>
              <a:t>natus</a:t>
            </a:r>
            <a:r>
              <a:rPr lang="en-US" dirty="0" smtClean="0"/>
              <a:t> error sit </a:t>
            </a:r>
            <a:r>
              <a:rPr lang="en-US" dirty="0" err="1" smtClean="0"/>
              <a:t>voluptatem</a:t>
            </a:r>
            <a:r>
              <a:rPr lang="en-US" dirty="0" smtClean="0"/>
              <a:t> </a:t>
            </a:r>
            <a:r>
              <a:rPr lang="en-US" dirty="0" err="1" smtClean="0"/>
              <a:t>accusantium</a:t>
            </a:r>
            <a:r>
              <a:rPr lang="en-US" dirty="0" smtClean="0"/>
              <a:t> </a:t>
            </a:r>
            <a:r>
              <a:rPr lang="en-US" dirty="0" err="1" smtClean="0"/>
              <a:t>doloremquudantium</a:t>
            </a:r>
            <a:r>
              <a:rPr lang="en-US" dirty="0" smtClean="0"/>
              <a:t>, </a:t>
            </a:r>
            <a:r>
              <a:rPr lang="en-US" dirty="0" err="1" smtClean="0"/>
              <a:t>totamconseSed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perspiciatis</a:t>
            </a:r>
            <a:endParaRPr lang="en-US" dirty="0" smtClean="0"/>
          </a:p>
        </p:txBody>
      </p:sp>
      <p:sp>
        <p:nvSpPr>
          <p:cNvPr id="19" name="Shape 500"/>
          <p:cNvSpPr/>
          <p:nvPr userDrawn="1"/>
        </p:nvSpPr>
        <p:spPr>
          <a:xfrm flipH="1" flipV="1">
            <a:off x="8092170" y="3076787"/>
            <a:ext cx="2658586" cy="0"/>
          </a:xfrm>
          <a:prstGeom prst="line">
            <a:avLst/>
          </a:prstGeom>
          <a:ln w="12700">
            <a:solidFill>
              <a:schemeClr val="tx2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22" name="Shape 501"/>
          <p:cNvSpPr/>
          <p:nvPr userDrawn="1"/>
        </p:nvSpPr>
        <p:spPr>
          <a:xfrm flipH="1">
            <a:off x="8092170" y="3076787"/>
            <a:ext cx="1385150" cy="0"/>
          </a:xfrm>
          <a:prstGeom prst="line">
            <a:avLst/>
          </a:prstGeom>
          <a:ln w="12700">
            <a:solidFill>
              <a:srgbClr val="C0392B"/>
            </a:solidFill>
            <a:miter lim="400000"/>
            <a:headEnd type="diamond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27" name="Shape 504"/>
          <p:cNvSpPr/>
          <p:nvPr userDrawn="1"/>
        </p:nvSpPr>
        <p:spPr>
          <a:xfrm flipH="1">
            <a:off x="8092170" y="3849670"/>
            <a:ext cx="2658586" cy="0"/>
          </a:xfrm>
          <a:prstGeom prst="line">
            <a:avLst/>
          </a:prstGeom>
          <a:ln w="12700">
            <a:solidFill>
              <a:schemeClr val="tx2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28" name="Shape 505"/>
          <p:cNvSpPr/>
          <p:nvPr userDrawn="1"/>
        </p:nvSpPr>
        <p:spPr>
          <a:xfrm flipH="1">
            <a:off x="8092169" y="3849670"/>
            <a:ext cx="2182983" cy="0"/>
          </a:xfrm>
          <a:prstGeom prst="line">
            <a:avLst/>
          </a:prstGeom>
          <a:ln w="12700">
            <a:solidFill>
              <a:srgbClr val="C0392B"/>
            </a:solidFill>
            <a:miter lim="400000"/>
            <a:headEnd type="diamond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29" name="Shape 508"/>
          <p:cNvSpPr/>
          <p:nvPr userDrawn="1"/>
        </p:nvSpPr>
        <p:spPr>
          <a:xfrm flipH="1">
            <a:off x="8092170" y="4615011"/>
            <a:ext cx="2658586" cy="0"/>
          </a:xfrm>
          <a:prstGeom prst="line">
            <a:avLst/>
          </a:prstGeom>
          <a:ln w="12700">
            <a:solidFill>
              <a:schemeClr val="tx2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30" name="Shape 509"/>
          <p:cNvSpPr/>
          <p:nvPr userDrawn="1"/>
        </p:nvSpPr>
        <p:spPr>
          <a:xfrm flipH="1">
            <a:off x="8092170" y="4615011"/>
            <a:ext cx="978514" cy="0"/>
          </a:xfrm>
          <a:prstGeom prst="line">
            <a:avLst/>
          </a:prstGeom>
          <a:ln w="12700">
            <a:solidFill>
              <a:srgbClr val="C0392B"/>
            </a:solidFill>
            <a:miter lim="400000"/>
            <a:headEnd type="diamond"/>
          </a:ln>
        </p:spPr>
        <p:txBody>
          <a:bodyPr lIns="50800" tIns="50800" rIns="50800" bIns="50800" anchor="ctr"/>
          <a:lstStyle/>
          <a:p>
            <a:pPr lvl="0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33" name="Content Placeholder 20"/>
          <p:cNvSpPr>
            <a:spLocks noGrp="1"/>
          </p:cNvSpPr>
          <p:nvPr>
            <p:ph sz="quarter" idx="22" hasCustomPrompt="1"/>
          </p:nvPr>
        </p:nvSpPr>
        <p:spPr>
          <a:xfrm>
            <a:off x="8038407" y="2343501"/>
            <a:ext cx="1564233" cy="1813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id-ID" dirty="0" smtClean="0"/>
              <a:t>Write</a:t>
            </a:r>
            <a:endParaRPr lang="en-US" dirty="0"/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8092170" y="2803563"/>
            <a:ext cx="1481309" cy="18183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35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9336754" y="3127562"/>
            <a:ext cx="290654" cy="18183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id-ID" dirty="0" smtClean="0"/>
              <a:t>50%</a:t>
            </a:r>
            <a:endParaRPr lang="en-US" dirty="0" smtClean="0"/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092170" y="3579238"/>
            <a:ext cx="1481309" cy="18183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37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10149342" y="3903237"/>
            <a:ext cx="290654" cy="18183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id-ID" dirty="0" smtClean="0"/>
              <a:t>50%</a:t>
            </a:r>
            <a:endParaRPr lang="en-US" dirty="0" smtClean="0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092170" y="4342077"/>
            <a:ext cx="1481309" cy="18183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 smtClean="0"/>
              <a:t>Adobe Photoshop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943157" y="4666076"/>
            <a:ext cx="290654" cy="18183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id-ID" dirty="0" smtClean="0"/>
              <a:t>50%</a:t>
            </a:r>
            <a:endParaRPr lang="en-US" dirty="0" smtClean="0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5229982" y="5375094"/>
            <a:ext cx="1481309" cy="18183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id-ID" dirty="0" smtClean="0"/>
              <a:t>Name</a:t>
            </a:r>
            <a:endParaRPr lang="en-US" dirty="0" smtClean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5229982" y="5576648"/>
            <a:ext cx="1481309" cy="18183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buNone/>
              <a:defRPr sz="1100">
                <a:solidFill>
                  <a:schemeClr val="accent6"/>
                </a:solidFill>
              </a:defRPr>
            </a:lvl1pPr>
          </a:lstStyle>
          <a:p>
            <a:pPr lvl="0"/>
            <a:r>
              <a:rPr lang="id-ID" dirty="0" smtClean="0"/>
              <a:t>Title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6206173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742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/>
          <a:lstStyle/>
          <a:p>
            <a:fld id="{C20F2AF2-EA92-44F8-853B-5E3554E36C4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/>
          <a:lstStyle/>
          <a:p>
            <a:fld id="{C7575539-BFBE-477A-BDB6-9CA7B44D81A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783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580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88825" cy="68579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226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Background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17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 vert="horz" lIns="117208" tIns="58604" rIns="117208" bIns="5860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10969943" cy="4525963"/>
          </a:xfrm>
          <a:prstGeom prst="rect">
            <a:avLst/>
          </a:prstGeom>
        </p:spPr>
        <p:txBody>
          <a:bodyPr vert="horz" lIns="117208" tIns="58604" rIns="117208" bIns="5860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2" r:id="rId3"/>
    <p:sldLayoutId id="2147483653" r:id="rId4"/>
    <p:sldLayoutId id="2147483649" r:id="rId5"/>
    <p:sldLayoutId id="2147483652" r:id="rId6"/>
    <p:sldLayoutId id="2147483689" r:id="rId7"/>
    <p:sldLayoutId id="2147483690" r:id="rId8"/>
    <p:sldLayoutId id="2147483683" r:id="rId9"/>
    <p:sldLayoutId id="2147483702" r:id="rId10"/>
    <p:sldLayoutId id="2147483670" r:id="rId11"/>
    <p:sldLayoutId id="2147483697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50" r:id="rId22"/>
    <p:sldLayoutId id="2147483656" r:id="rId23"/>
    <p:sldLayoutId id="2147483657" r:id="rId24"/>
    <p:sldLayoutId id="2147483700" r:id="rId25"/>
    <p:sldLayoutId id="2147483695" r:id="rId26"/>
    <p:sldLayoutId id="2147483701" r:id="rId27"/>
    <p:sldLayoutId id="2147483696" r:id="rId28"/>
    <p:sldLayoutId id="2147483693" r:id="rId29"/>
    <p:sldLayoutId id="2147483694" r:id="rId30"/>
    <p:sldLayoutId id="2147483685" r:id="rId31"/>
    <p:sldLayoutId id="2147483688" r:id="rId32"/>
    <p:sldLayoutId id="2147483658" r:id="rId33"/>
    <p:sldLayoutId id="2147483669" r:id="rId34"/>
    <p:sldLayoutId id="2147483659" r:id="rId35"/>
    <p:sldLayoutId id="2147483686" r:id="rId36"/>
    <p:sldLayoutId id="2147483687" r:id="rId37"/>
    <p:sldLayoutId id="2147483660" r:id="rId38"/>
    <p:sldLayoutId id="2147483663" r:id="rId39"/>
    <p:sldLayoutId id="2147483664" r:id="rId40"/>
    <p:sldLayoutId id="2147483665" r:id="rId41"/>
    <p:sldLayoutId id="2147483705" r:id="rId42"/>
    <p:sldLayoutId id="2147483692" r:id="rId43"/>
    <p:sldLayoutId id="2147483666" r:id="rId44"/>
    <p:sldLayoutId id="2147483667" r:id="rId45"/>
    <p:sldLayoutId id="2147483691" r:id="rId46"/>
    <p:sldLayoutId id="2147483681" r:id="rId47"/>
    <p:sldLayoutId id="2147483680" r:id="rId48"/>
    <p:sldLayoutId id="2147483682" r:id="rId49"/>
    <p:sldLayoutId id="2147483684" r:id="rId50"/>
    <p:sldLayoutId id="2147483707" r:id="rId51"/>
    <p:sldLayoutId id="2147483708" r:id="rId52"/>
    <p:sldLayoutId id="2147483720" r:id="rId53"/>
    <p:sldLayoutId id="2147483722" r:id="rId54"/>
    <p:sldLayoutId id="2147483746" r:id="rId55"/>
  </p:sldLayoutIdLst>
  <p:transition spd="slow">
    <p:comb/>
  </p:transition>
  <p:timing>
    <p:tnLst>
      <p:par>
        <p:cTn id="1" dur="indefinite" restart="never" nodeType="tmRoot"/>
      </p:par>
    </p:tnLst>
  </p:timing>
  <p:txStyles>
    <p:titleStyle>
      <a:lvl1pPr algn="ctr" defTabSz="1172078" rtl="0" eaLnBrk="1" latinLnBrk="0" hangingPunct="1"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9529" indent="-439529" algn="l" defTabSz="1172078" rtl="0" eaLnBrk="1" latinLnBrk="0" hangingPunct="1">
        <a:spcBef>
          <a:spcPct val="20000"/>
        </a:spcBef>
        <a:buFont typeface="Arial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52313" indent="-366274" algn="l" defTabSz="1172078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465097" indent="-293019" algn="l" defTabSz="117207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051136" indent="-293019" algn="l" defTabSz="1172078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175" indent="-293019" algn="l" defTabSz="1172078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214" indent="-293019" algn="l" defTabSz="117207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253" indent="-293019" algn="l" defTabSz="117207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292" indent="-293019" algn="l" defTabSz="117207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1331" indent="-293019" algn="l" defTabSz="117207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039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078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117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156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195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234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273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8312" algn="l" defTabSz="117207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20.emf"/><Relationship Id="rId7" Type="http://schemas.microsoft.com/office/2007/relationships/hdphoto" Target="../media/hdphoto2.wdp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2.jpeg"/><Relationship Id="rId11" Type="http://schemas.openxmlformats.org/officeDocument/2006/relationships/image" Target="../media/image25.png"/><Relationship Id="rId5" Type="http://schemas.microsoft.com/office/2007/relationships/hdphoto" Target="../media/hdphoto1.wdp"/><Relationship Id="rId10" Type="http://schemas.openxmlformats.org/officeDocument/2006/relationships/image" Target="../media/image24.png"/><Relationship Id="rId4" Type="http://schemas.openxmlformats.org/officeDocument/2006/relationships/image" Target="../media/image21.jpe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microsoft.com/office/2007/relationships/hdphoto" Target="../media/hdphoto6.wdp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diagramColors" Target="../diagrams/colors1.xml"/><Relationship Id="rId11" Type="http://schemas.microsoft.com/office/2007/relationships/hdphoto" Target="../media/hdphoto5.wdp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57.png"/><Relationship Id="rId10" Type="http://schemas.openxmlformats.org/officeDocument/2006/relationships/image" Target="../media/image55.png"/><Relationship Id="rId4" Type="http://schemas.openxmlformats.org/officeDocument/2006/relationships/diagramLayout" Target="../diagrams/layout1.xml"/><Relationship Id="rId9" Type="http://schemas.microsoft.com/office/2007/relationships/hdphoto" Target="../media/hdphoto4.wdp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98812" y="3034043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Une formation sur mesure pour maîtriser les gestes qui sauvent</a:t>
            </a:r>
            <a:endParaRPr lang="en-US" sz="3600" dirty="0" smtClean="0">
              <a:solidFill>
                <a:schemeClr val="bg2">
                  <a:lumMod val="25000"/>
                </a:schemeClr>
              </a:solidFill>
              <a:latin typeface="Helvetica" pitchFamily="34" charset="0"/>
              <a:ea typeface="Roboto" pitchFamily="2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053232" y="2537214"/>
            <a:ext cx="7002044" cy="2325629"/>
            <a:chOff x="3749742" y="2295945"/>
            <a:chExt cx="5148172" cy="1603933"/>
          </a:xfrm>
          <a:solidFill>
            <a:srgbClr val="8EA4B5"/>
          </a:solidFill>
        </p:grpSpPr>
        <p:grpSp>
          <p:nvGrpSpPr>
            <p:cNvPr id="12" name="Group 11"/>
            <p:cNvGrpSpPr/>
            <p:nvPr/>
          </p:nvGrpSpPr>
          <p:grpSpPr>
            <a:xfrm>
              <a:off x="374974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 rot="10800000">
              <a:off x="816639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15" name="Rectangle 14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4448337" y="6452135"/>
            <a:ext cx="3581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265612" y="4267200"/>
            <a:ext cx="4421136" cy="1073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62732">
              <a:defRPr/>
            </a:pPr>
            <a:r>
              <a:rPr lang="fr-FR" sz="1600" b="1" dirty="0">
                <a:solidFill>
                  <a:srgbClr val="FD4237"/>
                </a:solidFill>
              </a:rPr>
              <a:t>Formation pratique avec habilitation technique</a:t>
            </a:r>
            <a:endParaRPr lang="en-US" sz="1600" b="1" dirty="0">
              <a:solidFill>
                <a:srgbClr val="FD4237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24" name="Imagen 3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bg2">
                <a:lumMod val="1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09" y="6180868"/>
            <a:ext cx="263688" cy="260758"/>
          </a:xfrm>
          <a:prstGeom prst="rect">
            <a:avLst/>
          </a:prstGeom>
        </p:spPr>
      </p:pic>
      <p:pic>
        <p:nvPicPr>
          <p:cNvPr id="25" name="Imagen 4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bg2">
                <a:lumMod val="1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90" y="6180868"/>
            <a:ext cx="253411" cy="260758"/>
          </a:xfrm>
          <a:prstGeom prst="rect">
            <a:avLst/>
          </a:prstGeom>
        </p:spPr>
      </p:pic>
      <p:pic>
        <p:nvPicPr>
          <p:cNvPr id="26" name="Imagen 6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bg2">
                <a:lumMod val="1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94" y="6180868"/>
            <a:ext cx="316425" cy="260758"/>
          </a:xfrm>
          <a:prstGeom prst="rect">
            <a:avLst/>
          </a:prstGeom>
        </p:spPr>
      </p:pic>
      <p:sp>
        <p:nvSpPr>
          <p:cNvPr id="27" name="TextBox 8"/>
          <p:cNvSpPr txBox="1"/>
          <p:nvPr/>
        </p:nvSpPr>
        <p:spPr>
          <a:xfrm>
            <a:off x="1827212" y="6111192"/>
            <a:ext cx="7735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Acrobates /     Acrobates solutions /   www.acrobatesolutions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.</a:t>
            </a:r>
            <a:r>
              <a:rPr lang="en-US" sz="2000" dirty="0" smtClean="0">
                <a:solidFill>
                  <a:schemeClr val="bg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com</a:t>
            </a:r>
          </a:p>
        </p:txBody>
      </p:sp>
      <p:pic>
        <p:nvPicPr>
          <p:cNvPr id="28" name="Imagen 7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bg2">
                <a:lumMod val="1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632" y="6180868"/>
            <a:ext cx="140633" cy="260758"/>
          </a:xfrm>
          <a:prstGeom prst="rect">
            <a:avLst/>
          </a:prstGeom>
        </p:spPr>
      </p:pic>
      <p:pic>
        <p:nvPicPr>
          <p:cNvPr id="1026" name="Image 12" descr="C:\Users\User\Desktop\sigle acroba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457200"/>
            <a:ext cx="1524000" cy="644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2812" y="609600"/>
            <a:ext cx="3524694" cy="990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2436812" y="5442466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NOUS CONTACTER :</a:t>
            </a:r>
            <a:endParaRPr kumimoji="0" lang="fr-FR" sz="6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4 rue du Caire Tunis</a:t>
            </a:r>
            <a:r>
              <a:rPr lang="fr-FR" sz="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Tel/ 71 258 108 fax 71 259 346</a:t>
            </a:r>
            <a:r>
              <a:rPr lang="fr-FR" sz="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e-mail : gamestream@planet.tn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89012" y="2057401"/>
            <a:ext cx="2971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>
                <a:solidFill>
                  <a:srgbClr val="FFC000"/>
                </a:solidFill>
              </a:rPr>
              <a:t>Filiale du Groupe Acrobates Solutions</a:t>
            </a:r>
            <a:endParaRPr lang="fr-FR" sz="1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904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782"/>
          <p:cNvSpPr/>
          <p:nvPr/>
        </p:nvSpPr>
        <p:spPr>
          <a:xfrm>
            <a:off x="684212" y="20702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21" name="Shape 782"/>
          <p:cNvSpPr/>
          <p:nvPr/>
        </p:nvSpPr>
        <p:spPr>
          <a:xfrm>
            <a:off x="2537797" y="20702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22" name="Shape 782"/>
          <p:cNvSpPr/>
          <p:nvPr/>
        </p:nvSpPr>
        <p:spPr>
          <a:xfrm>
            <a:off x="4418012" y="21336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23" name="Shape 782"/>
          <p:cNvSpPr/>
          <p:nvPr/>
        </p:nvSpPr>
        <p:spPr>
          <a:xfrm>
            <a:off x="6310805" y="20702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24" name="Shape 782"/>
          <p:cNvSpPr/>
          <p:nvPr/>
        </p:nvSpPr>
        <p:spPr>
          <a:xfrm>
            <a:off x="8211022" y="20702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13012" y="3048000"/>
            <a:ext cx="1382903" cy="1600420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Formations effectuées selon les normes européennes les plus récentes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18012" y="2743200"/>
            <a:ext cx="1374287" cy="224675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Contrôle gratuit des équipements de protection individuelle (EPI) des participants, utilisés pendant la formation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239914" y="3124200"/>
            <a:ext cx="1259607" cy="1384976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Engagement de garantie et suivi de la formation pendant 3 ans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303194" y="3124200"/>
            <a:ext cx="1383390" cy="116953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Assurance responsabilité civile incluse durant la formation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2362" y="3124200"/>
            <a:ext cx="1323450" cy="116953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Un référent de formation pour des travaux à risque élevé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7" name="Shape 2547"/>
          <p:cNvSpPr/>
          <p:nvPr/>
        </p:nvSpPr>
        <p:spPr>
          <a:xfrm>
            <a:off x="8677616" y="2385605"/>
            <a:ext cx="433430" cy="43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GB" sz="1500" dirty="0">
              <a:latin typeface="Source Sans Pro Regular" charset="0"/>
              <a:ea typeface="Source Sans Pro Regular" charset="0"/>
              <a:cs typeface="Source Sans Pro Regular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32212" y="533400"/>
            <a:ext cx="4191000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GB" sz="4000" dirty="0" err="1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Choisir</a:t>
            </a:r>
            <a:r>
              <a:rPr lang="en-GB" sz="4000" dirty="0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 </a:t>
            </a:r>
            <a:endParaRPr lang="en-GB" sz="4000" b="1" dirty="0" smtClean="0">
              <a:solidFill>
                <a:schemeClr val="bg2">
                  <a:lumMod val="25000"/>
                </a:schemeClr>
              </a:solidFill>
              <a:latin typeface="Helvetica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25" name="Shape 782"/>
          <p:cNvSpPr/>
          <p:nvPr/>
        </p:nvSpPr>
        <p:spPr>
          <a:xfrm>
            <a:off x="10088656" y="2057400"/>
            <a:ext cx="1375779" cy="307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8EA4B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lang="en-GB" sz="1600" dirty="0">
              <a:latin typeface="Source Sans Pro Light" charset="0"/>
            </a:endParaRPr>
          </a:p>
        </p:txBody>
      </p:sp>
      <p:sp>
        <p:nvSpPr>
          <p:cNvPr id="26" name="TextBox 52"/>
          <p:cNvSpPr txBox="1"/>
          <p:nvPr/>
        </p:nvSpPr>
        <p:spPr>
          <a:xfrm>
            <a:off x="10111239" y="3134398"/>
            <a:ext cx="1353196" cy="116953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Formation validée et reconnue au niveau international</a:t>
            </a:r>
            <a:endParaRPr lang="en-GB" sz="14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grpSp>
        <p:nvGrpSpPr>
          <p:cNvPr id="49" name="Group 14"/>
          <p:cNvGrpSpPr>
            <a:grpSpLocks noChangeAspect="1"/>
          </p:cNvGrpSpPr>
          <p:nvPr/>
        </p:nvGrpSpPr>
        <p:grpSpPr>
          <a:xfrm>
            <a:off x="4911050" y="2383677"/>
            <a:ext cx="393951" cy="395329"/>
            <a:chOff x="3206750" y="1381125"/>
            <a:chExt cx="490538" cy="492125"/>
          </a:xfrm>
          <a:solidFill>
            <a:schemeClr val="bg1"/>
          </a:solidFill>
        </p:grpSpPr>
        <p:sp>
          <p:nvSpPr>
            <p:cNvPr id="50" name="Freeform 10"/>
            <p:cNvSpPr>
              <a:spLocks noEditPoints="1"/>
            </p:cNvSpPr>
            <p:nvPr/>
          </p:nvSpPr>
          <p:spPr bwMode="auto">
            <a:xfrm>
              <a:off x="3206750" y="1381125"/>
              <a:ext cx="490538" cy="492125"/>
            </a:xfrm>
            <a:custGeom>
              <a:avLst/>
              <a:gdLst>
                <a:gd name="T0" fmla="*/ 80 w 128"/>
                <a:gd name="T1" fmla="*/ 0 h 128"/>
                <a:gd name="T2" fmla="*/ 32 w 128"/>
                <a:gd name="T3" fmla="*/ 48 h 128"/>
                <a:gd name="T4" fmla="*/ 38 w 128"/>
                <a:gd name="T5" fmla="*/ 70 h 128"/>
                <a:gd name="T6" fmla="*/ 4 w 128"/>
                <a:gd name="T7" fmla="*/ 104 h 128"/>
                <a:gd name="T8" fmla="*/ 4 w 128"/>
                <a:gd name="T9" fmla="*/ 104 h 128"/>
                <a:gd name="T10" fmla="*/ 0 w 128"/>
                <a:gd name="T11" fmla="*/ 114 h 128"/>
                <a:gd name="T12" fmla="*/ 14 w 128"/>
                <a:gd name="T13" fmla="*/ 128 h 128"/>
                <a:gd name="T14" fmla="*/ 24 w 128"/>
                <a:gd name="T15" fmla="*/ 124 h 128"/>
                <a:gd name="T16" fmla="*/ 24 w 128"/>
                <a:gd name="T17" fmla="*/ 124 h 128"/>
                <a:gd name="T18" fmla="*/ 58 w 128"/>
                <a:gd name="T19" fmla="*/ 90 h 128"/>
                <a:gd name="T20" fmla="*/ 80 w 128"/>
                <a:gd name="T21" fmla="*/ 96 h 128"/>
                <a:gd name="T22" fmla="*/ 128 w 128"/>
                <a:gd name="T23" fmla="*/ 48 h 128"/>
                <a:gd name="T24" fmla="*/ 80 w 128"/>
                <a:gd name="T25" fmla="*/ 0 h 128"/>
                <a:gd name="T26" fmla="*/ 19 w 128"/>
                <a:gd name="T27" fmla="*/ 119 h 128"/>
                <a:gd name="T28" fmla="*/ 14 w 128"/>
                <a:gd name="T29" fmla="*/ 121 h 128"/>
                <a:gd name="T30" fmla="*/ 7 w 128"/>
                <a:gd name="T31" fmla="*/ 114 h 128"/>
                <a:gd name="T32" fmla="*/ 9 w 128"/>
                <a:gd name="T33" fmla="*/ 109 h 128"/>
                <a:gd name="T34" fmla="*/ 9 w 128"/>
                <a:gd name="T35" fmla="*/ 109 h 128"/>
                <a:gd name="T36" fmla="*/ 41 w 128"/>
                <a:gd name="T37" fmla="*/ 77 h 128"/>
                <a:gd name="T38" fmla="*/ 51 w 128"/>
                <a:gd name="T39" fmla="*/ 87 h 128"/>
                <a:gd name="T40" fmla="*/ 19 w 128"/>
                <a:gd name="T41" fmla="*/ 119 h 128"/>
                <a:gd name="T42" fmla="*/ 80 w 128"/>
                <a:gd name="T43" fmla="*/ 88 h 128"/>
                <a:gd name="T44" fmla="*/ 40 w 128"/>
                <a:gd name="T45" fmla="*/ 48 h 128"/>
                <a:gd name="T46" fmla="*/ 80 w 128"/>
                <a:gd name="T47" fmla="*/ 8 h 128"/>
                <a:gd name="T48" fmla="*/ 120 w 128"/>
                <a:gd name="T49" fmla="*/ 48 h 128"/>
                <a:gd name="T50" fmla="*/ 80 w 128"/>
                <a:gd name="T51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8" h="128">
                  <a:moveTo>
                    <a:pt x="80" y="0"/>
                  </a:moveTo>
                  <a:cubicBezTo>
                    <a:pt x="53" y="0"/>
                    <a:pt x="32" y="21"/>
                    <a:pt x="32" y="48"/>
                  </a:cubicBezTo>
                  <a:cubicBezTo>
                    <a:pt x="32" y="56"/>
                    <a:pt x="34" y="64"/>
                    <a:pt x="38" y="70"/>
                  </a:cubicBezTo>
                  <a:cubicBezTo>
                    <a:pt x="4" y="104"/>
                    <a:pt x="4" y="104"/>
                    <a:pt x="4" y="104"/>
                  </a:cubicBezTo>
                  <a:cubicBezTo>
                    <a:pt x="4" y="104"/>
                    <a:pt x="4" y="104"/>
                    <a:pt x="4" y="104"/>
                  </a:cubicBezTo>
                  <a:cubicBezTo>
                    <a:pt x="2" y="106"/>
                    <a:pt x="0" y="110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8" y="128"/>
                    <a:pt x="22" y="126"/>
                    <a:pt x="24" y="12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58" y="90"/>
                    <a:pt x="58" y="90"/>
                    <a:pt x="58" y="90"/>
                  </a:cubicBezTo>
                  <a:cubicBezTo>
                    <a:pt x="64" y="94"/>
                    <a:pt x="72" y="96"/>
                    <a:pt x="80" y="96"/>
                  </a:cubicBezTo>
                  <a:cubicBezTo>
                    <a:pt x="107" y="96"/>
                    <a:pt x="128" y="75"/>
                    <a:pt x="128" y="48"/>
                  </a:cubicBezTo>
                  <a:cubicBezTo>
                    <a:pt x="128" y="21"/>
                    <a:pt x="107" y="0"/>
                    <a:pt x="80" y="0"/>
                  </a:cubicBezTo>
                  <a:close/>
                  <a:moveTo>
                    <a:pt x="19" y="119"/>
                  </a:moveTo>
                  <a:cubicBezTo>
                    <a:pt x="18" y="120"/>
                    <a:pt x="16" y="121"/>
                    <a:pt x="14" y="121"/>
                  </a:cubicBezTo>
                  <a:cubicBezTo>
                    <a:pt x="10" y="121"/>
                    <a:pt x="7" y="118"/>
                    <a:pt x="7" y="114"/>
                  </a:cubicBezTo>
                  <a:cubicBezTo>
                    <a:pt x="7" y="112"/>
                    <a:pt x="8" y="110"/>
                    <a:pt x="9" y="109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4" y="80"/>
                    <a:pt x="48" y="84"/>
                    <a:pt x="51" y="87"/>
                  </a:cubicBezTo>
                  <a:lnTo>
                    <a:pt x="19" y="119"/>
                  </a:lnTo>
                  <a:close/>
                  <a:moveTo>
                    <a:pt x="80" y="88"/>
                  </a:moveTo>
                  <a:cubicBezTo>
                    <a:pt x="58" y="88"/>
                    <a:pt x="40" y="70"/>
                    <a:pt x="40" y="48"/>
                  </a:cubicBezTo>
                  <a:cubicBezTo>
                    <a:pt x="40" y="26"/>
                    <a:pt x="58" y="8"/>
                    <a:pt x="80" y="8"/>
                  </a:cubicBezTo>
                  <a:cubicBezTo>
                    <a:pt x="102" y="8"/>
                    <a:pt x="120" y="26"/>
                    <a:pt x="120" y="48"/>
                  </a:cubicBezTo>
                  <a:cubicBezTo>
                    <a:pt x="120" y="70"/>
                    <a:pt x="102" y="88"/>
                    <a:pt x="8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Calibri Light"/>
              </a:endParaRPr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3406775" y="1458913"/>
              <a:ext cx="114300" cy="114300"/>
            </a:xfrm>
            <a:custGeom>
              <a:avLst/>
              <a:gdLst>
                <a:gd name="T0" fmla="*/ 28 w 30"/>
                <a:gd name="T1" fmla="*/ 0 h 30"/>
                <a:gd name="T2" fmla="*/ 0 w 30"/>
                <a:gd name="T3" fmla="*/ 28 h 30"/>
                <a:gd name="T4" fmla="*/ 2 w 30"/>
                <a:gd name="T5" fmla="*/ 30 h 30"/>
                <a:gd name="T6" fmla="*/ 4 w 30"/>
                <a:gd name="T7" fmla="*/ 28 h 30"/>
                <a:gd name="T8" fmla="*/ 28 w 30"/>
                <a:gd name="T9" fmla="*/ 4 h 30"/>
                <a:gd name="T10" fmla="*/ 30 w 30"/>
                <a:gd name="T11" fmla="*/ 2 h 30"/>
                <a:gd name="T12" fmla="*/ 28 w 30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0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cubicBezTo>
                    <a:pt x="29" y="4"/>
                    <a:pt x="30" y="3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Calibri Light"/>
              </a:endParaRPr>
            </a:p>
          </p:txBody>
        </p:sp>
      </p:grpSp>
      <p:pic>
        <p:nvPicPr>
          <p:cNvPr id="52" name="Picture 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212" y="2385627"/>
            <a:ext cx="416953" cy="416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164" y="2382833"/>
            <a:ext cx="426747" cy="416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6" name="Group 22"/>
          <p:cNvGrpSpPr>
            <a:grpSpLocks noChangeAspect="1"/>
          </p:cNvGrpSpPr>
          <p:nvPr/>
        </p:nvGrpSpPr>
        <p:grpSpPr>
          <a:xfrm>
            <a:off x="6790780" y="2382833"/>
            <a:ext cx="457200" cy="431433"/>
            <a:chOff x="3498850" y="1541463"/>
            <a:chExt cx="504825" cy="476250"/>
          </a:xfrm>
          <a:solidFill>
            <a:schemeClr val="bg1"/>
          </a:solidFill>
        </p:grpSpPr>
        <p:sp>
          <p:nvSpPr>
            <p:cNvPr id="57" name="Oval 5"/>
            <p:cNvSpPr>
              <a:spLocks noChangeArrowheads="1"/>
            </p:cNvSpPr>
            <p:nvPr/>
          </p:nvSpPr>
          <p:spPr bwMode="auto">
            <a:xfrm>
              <a:off x="3743325" y="1801813"/>
              <a:ext cx="61913" cy="619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Calibri Light"/>
              </a:endParaRPr>
            </a:p>
          </p:txBody>
        </p:sp>
        <p:sp>
          <p:nvSpPr>
            <p:cNvPr id="58" name="Freeform 6"/>
            <p:cNvSpPr>
              <a:spLocks noEditPoints="1"/>
            </p:cNvSpPr>
            <p:nvPr/>
          </p:nvSpPr>
          <p:spPr bwMode="auto">
            <a:xfrm>
              <a:off x="3498850" y="1541463"/>
              <a:ext cx="504825" cy="476250"/>
            </a:xfrm>
            <a:custGeom>
              <a:avLst/>
              <a:gdLst>
                <a:gd name="T0" fmla="*/ 116 w 132"/>
                <a:gd name="T1" fmla="*/ 48 h 124"/>
                <a:gd name="T2" fmla="*/ 116 w 132"/>
                <a:gd name="T3" fmla="*/ 22 h 124"/>
                <a:gd name="T4" fmla="*/ 104 w 132"/>
                <a:gd name="T5" fmla="*/ 0 h 124"/>
                <a:gd name="T6" fmla="*/ 22 w 132"/>
                <a:gd name="T7" fmla="*/ 0 h 124"/>
                <a:gd name="T8" fmla="*/ 0 w 132"/>
                <a:gd name="T9" fmla="*/ 102 h 124"/>
                <a:gd name="T10" fmla="*/ 94 w 132"/>
                <a:gd name="T11" fmla="*/ 124 h 124"/>
                <a:gd name="T12" fmla="*/ 116 w 132"/>
                <a:gd name="T13" fmla="*/ 96 h 124"/>
                <a:gd name="T14" fmla="*/ 116 w 132"/>
                <a:gd name="T15" fmla="*/ 48 h 124"/>
                <a:gd name="T16" fmla="*/ 88 w 132"/>
                <a:gd name="T17" fmla="*/ 8 h 124"/>
                <a:gd name="T18" fmla="*/ 108 w 132"/>
                <a:gd name="T19" fmla="*/ 12 h 124"/>
                <a:gd name="T20" fmla="*/ 108 w 132"/>
                <a:gd name="T21" fmla="*/ 24 h 124"/>
                <a:gd name="T22" fmla="*/ 104 w 132"/>
                <a:gd name="T23" fmla="*/ 36 h 124"/>
                <a:gd name="T24" fmla="*/ 104 w 132"/>
                <a:gd name="T25" fmla="*/ 32 h 124"/>
                <a:gd name="T26" fmla="*/ 104 w 132"/>
                <a:gd name="T27" fmla="*/ 16 h 124"/>
                <a:gd name="T28" fmla="*/ 16 w 132"/>
                <a:gd name="T29" fmla="*/ 12 h 124"/>
                <a:gd name="T30" fmla="*/ 12 w 132"/>
                <a:gd name="T31" fmla="*/ 24 h 124"/>
                <a:gd name="T32" fmla="*/ 8 w 132"/>
                <a:gd name="T33" fmla="*/ 22 h 124"/>
                <a:gd name="T34" fmla="*/ 100 w 132"/>
                <a:gd name="T35" fmla="*/ 20 h 124"/>
                <a:gd name="T36" fmla="*/ 16 w 132"/>
                <a:gd name="T37" fmla="*/ 16 h 124"/>
                <a:gd name="T38" fmla="*/ 100 w 132"/>
                <a:gd name="T39" fmla="*/ 20 h 124"/>
                <a:gd name="T40" fmla="*/ 100 w 132"/>
                <a:gd name="T41" fmla="*/ 28 h 124"/>
                <a:gd name="T42" fmla="*/ 16 w 132"/>
                <a:gd name="T43" fmla="*/ 24 h 124"/>
                <a:gd name="T44" fmla="*/ 100 w 132"/>
                <a:gd name="T45" fmla="*/ 32 h 124"/>
                <a:gd name="T46" fmla="*/ 88 w 132"/>
                <a:gd name="T47" fmla="*/ 36 h 124"/>
                <a:gd name="T48" fmla="*/ 16 w 132"/>
                <a:gd name="T49" fmla="*/ 35 h 124"/>
                <a:gd name="T50" fmla="*/ 100 w 132"/>
                <a:gd name="T51" fmla="*/ 32 h 124"/>
                <a:gd name="T52" fmla="*/ 94 w 132"/>
                <a:gd name="T53" fmla="*/ 116 h 124"/>
                <a:gd name="T54" fmla="*/ 8 w 132"/>
                <a:gd name="T55" fmla="*/ 102 h 124"/>
                <a:gd name="T56" fmla="*/ 22 w 132"/>
                <a:gd name="T57" fmla="*/ 44 h 124"/>
                <a:gd name="T58" fmla="*/ 104 w 132"/>
                <a:gd name="T59" fmla="*/ 44 h 124"/>
                <a:gd name="T60" fmla="*/ 108 w 132"/>
                <a:gd name="T61" fmla="*/ 56 h 124"/>
                <a:gd name="T62" fmla="*/ 52 w 132"/>
                <a:gd name="T63" fmla="*/ 76 h 124"/>
                <a:gd name="T64" fmla="*/ 108 w 132"/>
                <a:gd name="T65" fmla="*/ 96 h 124"/>
                <a:gd name="T66" fmla="*/ 113 w 132"/>
                <a:gd name="T67" fmla="*/ 88 h 124"/>
                <a:gd name="T68" fmla="*/ 60 w 132"/>
                <a:gd name="T69" fmla="*/ 76 h 124"/>
                <a:gd name="T70" fmla="*/ 108 w 132"/>
                <a:gd name="T71" fmla="*/ 64 h 124"/>
                <a:gd name="T72" fmla="*/ 115 w 132"/>
                <a:gd name="T73" fmla="*/ 59 h 124"/>
                <a:gd name="T74" fmla="*/ 120 w 132"/>
                <a:gd name="T75" fmla="*/ 7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24"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5"/>
                    <a:pt x="111" y="0"/>
                    <a:pt x="10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4"/>
                    <a:pt x="10" y="124"/>
                    <a:pt x="22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106" y="124"/>
                    <a:pt x="116" y="114"/>
                    <a:pt x="116" y="102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32" y="84"/>
                    <a:pt x="132" y="60"/>
                    <a:pt x="116" y="48"/>
                  </a:cubicBezTo>
                  <a:close/>
                  <a:moveTo>
                    <a:pt x="22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8" y="10"/>
                    <a:pt x="108" y="1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7" y="36"/>
                    <a:pt x="105" y="36"/>
                    <a:pt x="104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4"/>
                    <a:pt x="102" y="12"/>
                    <a:pt x="100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4" y="12"/>
                    <a:pt x="12" y="14"/>
                    <a:pt x="12" y="16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0" y="29"/>
                    <a:pt x="8" y="26"/>
                    <a:pt x="8" y="22"/>
                  </a:cubicBezTo>
                  <a:cubicBezTo>
                    <a:pt x="8" y="14"/>
                    <a:pt x="14" y="8"/>
                    <a:pt x="22" y="8"/>
                  </a:cubicBezTo>
                  <a:close/>
                  <a:moveTo>
                    <a:pt x="100" y="20"/>
                  </a:moveTo>
                  <a:cubicBezTo>
                    <a:pt x="16" y="20"/>
                    <a:pt x="16" y="20"/>
                    <a:pt x="16" y="2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00" y="16"/>
                    <a:pt x="100" y="16"/>
                    <a:pt x="100" y="16"/>
                  </a:cubicBezTo>
                  <a:lnTo>
                    <a:pt x="100" y="20"/>
                  </a:lnTo>
                  <a:close/>
                  <a:moveTo>
                    <a:pt x="100" y="24"/>
                  </a:moveTo>
                  <a:cubicBezTo>
                    <a:pt x="100" y="28"/>
                    <a:pt x="100" y="28"/>
                    <a:pt x="100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100" y="24"/>
                  </a:lnTo>
                  <a:close/>
                  <a:moveTo>
                    <a:pt x="100" y="32"/>
                  </a:moveTo>
                  <a:cubicBezTo>
                    <a:pt x="100" y="36"/>
                    <a:pt x="100" y="36"/>
                    <a:pt x="100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6"/>
                    <a:pt x="18" y="35"/>
                    <a:pt x="16" y="35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00" y="32"/>
                  </a:lnTo>
                  <a:close/>
                  <a:moveTo>
                    <a:pt x="108" y="102"/>
                  </a:moveTo>
                  <a:cubicBezTo>
                    <a:pt x="108" y="110"/>
                    <a:pt x="102" y="116"/>
                    <a:pt x="94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14" y="116"/>
                    <a:pt x="8" y="110"/>
                    <a:pt x="8" y="10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2" y="42"/>
                    <a:pt x="17" y="44"/>
                    <a:pt x="22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6" y="44"/>
                    <a:pt x="108" y="46"/>
                    <a:pt x="108" y="48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1" y="56"/>
                    <a:pt x="52" y="65"/>
                    <a:pt x="52" y="76"/>
                  </a:cubicBezTo>
                  <a:cubicBezTo>
                    <a:pt x="52" y="87"/>
                    <a:pt x="61" y="96"/>
                    <a:pt x="72" y="96"/>
                  </a:cubicBezTo>
                  <a:cubicBezTo>
                    <a:pt x="108" y="96"/>
                    <a:pt x="108" y="96"/>
                    <a:pt x="108" y="96"/>
                  </a:cubicBezTo>
                  <a:lnTo>
                    <a:pt x="108" y="102"/>
                  </a:lnTo>
                  <a:close/>
                  <a:moveTo>
                    <a:pt x="113" y="88"/>
                  </a:moveTo>
                  <a:cubicBezTo>
                    <a:pt x="72" y="88"/>
                    <a:pt x="72" y="88"/>
                    <a:pt x="72" y="88"/>
                  </a:cubicBezTo>
                  <a:cubicBezTo>
                    <a:pt x="65" y="88"/>
                    <a:pt x="60" y="83"/>
                    <a:pt x="60" y="76"/>
                  </a:cubicBezTo>
                  <a:cubicBezTo>
                    <a:pt x="60" y="69"/>
                    <a:pt x="65" y="64"/>
                    <a:pt x="72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3" y="63"/>
                    <a:pt x="114" y="61"/>
                  </a:cubicBezTo>
                  <a:cubicBezTo>
                    <a:pt x="115" y="60"/>
                    <a:pt x="115" y="60"/>
                    <a:pt x="115" y="59"/>
                  </a:cubicBezTo>
                  <a:cubicBezTo>
                    <a:pt x="115" y="59"/>
                    <a:pt x="116" y="59"/>
                    <a:pt x="116" y="59"/>
                  </a:cubicBezTo>
                  <a:cubicBezTo>
                    <a:pt x="118" y="62"/>
                    <a:pt x="120" y="67"/>
                    <a:pt x="120" y="72"/>
                  </a:cubicBezTo>
                  <a:cubicBezTo>
                    <a:pt x="120" y="78"/>
                    <a:pt x="118" y="84"/>
                    <a:pt x="113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Calibri Light"/>
              </a:endParaRPr>
            </a:p>
          </p:txBody>
        </p:sp>
      </p:grpSp>
      <p:sp>
        <p:nvSpPr>
          <p:cNvPr id="60" name="Freeform 118"/>
          <p:cNvSpPr>
            <a:spLocks noEditPoints="1"/>
          </p:cNvSpPr>
          <p:nvPr/>
        </p:nvSpPr>
        <p:spPr bwMode="auto">
          <a:xfrm>
            <a:off x="1158963" y="2382833"/>
            <a:ext cx="446408" cy="449667"/>
          </a:xfrm>
          <a:custGeom>
            <a:avLst/>
            <a:gdLst>
              <a:gd name="T0" fmla="*/ 52 w 208"/>
              <a:gd name="T1" fmla="*/ 194 h 209"/>
              <a:gd name="T2" fmla="*/ 14 w 208"/>
              <a:gd name="T3" fmla="*/ 157 h 209"/>
              <a:gd name="T4" fmla="*/ 0 w 208"/>
              <a:gd name="T5" fmla="*/ 105 h 209"/>
              <a:gd name="T6" fmla="*/ 14 w 208"/>
              <a:gd name="T7" fmla="*/ 52 h 209"/>
              <a:gd name="T8" fmla="*/ 52 w 208"/>
              <a:gd name="T9" fmla="*/ 15 h 209"/>
              <a:gd name="T10" fmla="*/ 104 w 208"/>
              <a:gd name="T11" fmla="*/ 0 h 209"/>
              <a:gd name="T12" fmla="*/ 157 w 208"/>
              <a:gd name="T13" fmla="*/ 15 h 209"/>
              <a:gd name="T14" fmla="*/ 194 w 208"/>
              <a:gd name="T15" fmla="*/ 52 h 209"/>
              <a:gd name="T16" fmla="*/ 208 w 208"/>
              <a:gd name="T17" fmla="*/ 105 h 209"/>
              <a:gd name="T18" fmla="*/ 194 w 208"/>
              <a:gd name="T19" fmla="*/ 157 h 209"/>
              <a:gd name="T20" fmla="*/ 157 w 208"/>
              <a:gd name="T21" fmla="*/ 194 h 209"/>
              <a:gd name="T22" fmla="*/ 104 w 208"/>
              <a:gd name="T23" fmla="*/ 209 h 209"/>
              <a:gd name="T24" fmla="*/ 47 w 208"/>
              <a:gd name="T25" fmla="*/ 100 h 209"/>
              <a:gd name="T26" fmla="*/ 53 w 208"/>
              <a:gd name="T27" fmla="*/ 59 h 209"/>
              <a:gd name="T28" fmla="*/ 13 w 208"/>
              <a:gd name="T29" fmla="*/ 78 h 209"/>
              <a:gd name="T30" fmla="*/ 47 w 208"/>
              <a:gd name="T31" fmla="*/ 100 h 209"/>
              <a:gd name="T32" fmla="*/ 49 w 208"/>
              <a:gd name="T33" fmla="*/ 130 h 209"/>
              <a:gd name="T34" fmla="*/ 10 w 208"/>
              <a:gd name="T35" fmla="*/ 109 h 209"/>
              <a:gd name="T36" fmla="*/ 21 w 208"/>
              <a:gd name="T37" fmla="*/ 150 h 209"/>
              <a:gd name="T38" fmla="*/ 56 w 208"/>
              <a:gd name="T39" fmla="*/ 50 h 209"/>
              <a:gd name="T40" fmla="*/ 72 w 208"/>
              <a:gd name="T41" fmla="*/ 15 h 209"/>
              <a:gd name="T42" fmla="*/ 27 w 208"/>
              <a:gd name="T43" fmla="*/ 50 h 209"/>
              <a:gd name="T44" fmla="*/ 63 w 208"/>
              <a:gd name="T45" fmla="*/ 177 h 209"/>
              <a:gd name="T46" fmla="*/ 27 w 208"/>
              <a:gd name="T47" fmla="*/ 159 h 209"/>
              <a:gd name="T48" fmla="*/ 72 w 208"/>
              <a:gd name="T49" fmla="*/ 194 h 209"/>
              <a:gd name="T50" fmla="*/ 62 w 208"/>
              <a:gd name="T51" fmla="*/ 59 h 209"/>
              <a:gd name="T52" fmla="*/ 99 w 208"/>
              <a:gd name="T53" fmla="*/ 100 h 209"/>
              <a:gd name="T54" fmla="*/ 62 w 208"/>
              <a:gd name="T55" fmla="*/ 59 h 209"/>
              <a:gd name="T56" fmla="*/ 99 w 208"/>
              <a:gd name="T57" fmla="*/ 150 h 209"/>
              <a:gd name="T58" fmla="*/ 56 w 208"/>
              <a:gd name="T59" fmla="*/ 109 h 209"/>
              <a:gd name="T60" fmla="*/ 93 w 208"/>
              <a:gd name="T61" fmla="*/ 11 h 209"/>
              <a:gd name="T62" fmla="*/ 75 w 208"/>
              <a:gd name="T63" fmla="*/ 30 h 209"/>
              <a:gd name="T64" fmla="*/ 99 w 208"/>
              <a:gd name="T65" fmla="*/ 50 h 209"/>
              <a:gd name="T66" fmla="*/ 93 w 208"/>
              <a:gd name="T67" fmla="*/ 11 h 209"/>
              <a:gd name="T68" fmla="*/ 66 w 208"/>
              <a:gd name="T69" fmla="*/ 159 h 209"/>
              <a:gd name="T70" fmla="*/ 86 w 208"/>
              <a:gd name="T71" fmla="*/ 197 h 209"/>
              <a:gd name="T72" fmla="*/ 99 w 208"/>
              <a:gd name="T73" fmla="*/ 199 h 209"/>
              <a:gd name="T74" fmla="*/ 109 w 208"/>
              <a:gd name="T75" fmla="*/ 50 h 209"/>
              <a:gd name="T76" fmla="*/ 131 w 208"/>
              <a:gd name="T77" fmla="*/ 29 h 209"/>
              <a:gd name="T78" fmla="*/ 109 w 208"/>
              <a:gd name="T79" fmla="*/ 10 h 209"/>
              <a:gd name="T80" fmla="*/ 150 w 208"/>
              <a:gd name="T81" fmla="*/ 100 h 209"/>
              <a:gd name="T82" fmla="*/ 109 w 208"/>
              <a:gd name="T83" fmla="*/ 59 h 209"/>
              <a:gd name="T84" fmla="*/ 150 w 208"/>
              <a:gd name="T85" fmla="*/ 100 h 209"/>
              <a:gd name="T86" fmla="*/ 109 w 208"/>
              <a:gd name="T87" fmla="*/ 150 h 209"/>
              <a:gd name="T88" fmla="*/ 150 w 208"/>
              <a:gd name="T89" fmla="*/ 109 h 209"/>
              <a:gd name="T90" fmla="*/ 131 w 208"/>
              <a:gd name="T91" fmla="*/ 180 h 209"/>
              <a:gd name="T92" fmla="*/ 109 w 208"/>
              <a:gd name="T93" fmla="*/ 159 h 209"/>
              <a:gd name="T94" fmla="*/ 119 w 208"/>
              <a:gd name="T95" fmla="*/ 198 h 209"/>
              <a:gd name="T96" fmla="*/ 143 w 208"/>
              <a:gd name="T97" fmla="*/ 31 h 209"/>
              <a:gd name="T98" fmla="*/ 181 w 208"/>
              <a:gd name="T99" fmla="*/ 50 h 209"/>
              <a:gd name="T100" fmla="*/ 133 w 208"/>
              <a:gd name="T101" fmla="*/ 14 h 209"/>
              <a:gd name="T102" fmla="*/ 150 w 208"/>
              <a:gd name="T103" fmla="*/ 159 h 209"/>
              <a:gd name="T104" fmla="*/ 160 w 208"/>
              <a:gd name="T105" fmla="*/ 181 h 209"/>
              <a:gd name="T106" fmla="*/ 150 w 208"/>
              <a:gd name="T107" fmla="*/ 159 h 209"/>
              <a:gd name="T108" fmla="*/ 159 w 208"/>
              <a:gd name="T109" fmla="*/ 100 h 209"/>
              <a:gd name="T110" fmla="*/ 195 w 208"/>
              <a:gd name="T111" fmla="*/ 78 h 209"/>
              <a:gd name="T112" fmla="*/ 153 w 208"/>
              <a:gd name="T113" fmla="*/ 59 h 209"/>
              <a:gd name="T114" fmla="*/ 153 w 208"/>
              <a:gd name="T115" fmla="*/ 150 h 209"/>
              <a:gd name="T116" fmla="*/ 195 w 208"/>
              <a:gd name="T117" fmla="*/ 131 h 209"/>
              <a:gd name="T118" fmla="*/ 159 w 208"/>
              <a:gd name="T119" fmla="*/ 1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8" h="209">
                <a:moveTo>
                  <a:pt x="76" y="205"/>
                </a:moveTo>
                <a:cubicBezTo>
                  <a:pt x="68" y="202"/>
                  <a:pt x="59" y="199"/>
                  <a:pt x="52" y="194"/>
                </a:cubicBezTo>
                <a:cubicBezTo>
                  <a:pt x="44" y="190"/>
                  <a:pt x="37" y="184"/>
                  <a:pt x="30" y="178"/>
                </a:cubicBezTo>
                <a:cubicBezTo>
                  <a:pt x="24" y="172"/>
                  <a:pt x="19" y="165"/>
                  <a:pt x="14" y="157"/>
                </a:cubicBezTo>
                <a:cubicBezTo>
                  <a:pt x="10" y="149"/>
                  <a:pt x="6" y="141"/>
                  <a:pt x="4" y="132"/>
                </a:cubicBezTo>
                <a:cubicBezTo>
                  <a:pt x="1" y="123"/>
                  <a:pt x="0" y="114"/>
                  <a:pt x="0" y="105"/>
                </a:cubicBezTo>
                <a:cubicBezTo>
                  <a:pt x="0" y="95"/>
                  <a:pt x="1" y="86"/>
                  <a:pt x="4" y="77"/>
                </a:cubicBezTo>
                <a:cubicBezTo>
                  <a:pt x="6" y="68"/>
                  <a:pt x="10" y="60"/>
                  <a:pt x="14" y="52"/>
                </a:cubicBezTo>
                <a:cubicBezTo>
                  <a:pt x="19" y="44"/>
                  <a:pt x="24" y="37"/>
                  <a:pt x="30" y="31"/>
                </a:cubicBezTo>
                <a:cubicBezTo>
                  <a:pt x="37" y="25"/>
                  <a:pt x="44" y="19"/>
                  <a:pt x="52" y="15"/>
                </a:cubicBezTo>
                <a:cubicBezTo>
                  <a:pt x="59" y="10"/>
                  <a:pt x="68" y="7"/>
                  <a:pt x="76" y="4"/>
                </a:cubicBezTo>
                <a:cubicBezTo>
                  <a:pt x="85" y="2"/>
                  <a:pt x="94" y="0"/>
                  <a:pt x="104" y="0"/>
                </a:cubicBezTo>
                <a:cubicBezTo>
                  <a:pt x="114" y="0"/>
                  <a:pt x="123" y="2"/>
                  <a:pt x="132" y="4"/>
                </a:cubicBezTo>
                <a:cubicBezTo>
                  <a:pt x="141" y="7"/>
                  <a:pt x="149" y="10"/>
                  <a:pt x="157" y="15"/>
                </a:cubicBezTo>
                <a:cubicBezTo>
                  <a:pt x="164" y="19"/>
                  <a:pt x="171" y="25"/>
                  <a:pt x="178" y="31"/>
                </a:cubicBezTo>
                <a:cubicBezTo>
                  <a:pt x="184" y="37"/>
                  <a:pt x="189" y="44"/>
                  <a:pt x="194" y="52"/>
                </a:cubicBezTo>
                <a:cubicBezTo>
                  <a:pt x="198" y="60"/>
                  <a:pt x="202" y="68"/>
                  <a:pt x="204" y="77"/>
                </a:cubicBezTo>
                <a:cubicBezTo>
                  <a:pt x="207" y="86"/>
                  <a:pt x="208" y="95"/>
                  <a:pt x="208" y="105"/>
                </a:cubicBezTo>
                <a:cubicBezTo>
                  <a:pt x="208" y="114"/>
                  <a:pt x="207" y="123"/>
                  <a:pt x="204" y="132"/>
                </a:cubicBezTo>
                <a:cubicBezTo>
                  <a:pt x="202" y="141"/>
                  <a:pt x="198" y="149"/>
                  <a:pt x="194" y="157"/>
                </a:cubicBezTo>
                <a:cubicBezTo>
                  <a:pt x="189" y="165"/>
                  <a:pt x="184" y="172"/>
                  <a:pt x="178" y="178"/>
                </a:cubicBezTo>
                <a:cubicBezTo>
                  <a:pt x="171" y="184"/>
                  <a:pt x="164" y="190"/>
                  <a:pt x="157" y="194"/>
                </a:cubicBezTo>
                <a:cubicBezTo>
                  <a:pt x="149" y="199"/>
                  <a:pt x="141" y="202"/>
                  <a:pt x="132" y="205"/>
                </a:cubicBezTo>
                <a:cubicBezTo>
                  <a:pt x="123" y="207"/>
                  <a:pt x="114" y="209"/>
                  <a:pt x="104" y="209"/>
                </a:cubicBezTo>
                <a:cubicBezTo>
                  <a:pt x="94" y="209"/>
                  <a:pt x="85" y="207"/>
                  <a:pt x="76" y="205"/>
                </a:cubicBezTo>
                <a:close/>
                <a:moveTo>
                  <a:pt x="47" y="100"/>
                </a:moveTo>
                <a:cubicBezTo>
                  <a:pt x="47" y="93"/>
                  <a:pt x="48" y="86"/>
                  <a:pt x="49" y="79"/>
                </a:cubicBezTo>
                <a:cubicBezTo>
                  <a:pt x="50" y="72"/>
                  <a:pt x="51" y="65"/>
                  <a:pt x="53" y="59"/>
                </a:cubicBezTo>
                <a:cubicBezTo>
                  <a:pt x="21" y="59"/>
                  <a:pt x="21" y="59"/>
                  <a:pt x="21" y="59"/>
                </a:cubicBezTo>
                <a:cubicBezTo>
                  <a:pt x="18" y="65"/>
                  <a:pt x="15" y="71"/>
                  <a:pt x="13" y="78"/>
                </a:cubicBezTo>
                <a:cubicBezTo>
                  <a:pt x="11" y="85"/>
                  <a:pt x="10" y="92"/>
                  <a:pt x="10" y="100"/>
                </a:cubicBezTo>
                <a:lnTo>
                  <a:pt x="47" y="100"/>
                </a:lnTo>
                <a:close/>
                <a:moveTo>
                  <a:pt x="53" y="150"/>
                </a:moveTo>
                <a:cubicBezTo>
                  <a:pt x="51" y="144"/>
                  <a:pt x="50" y="137"/>
                  <a:pt x="49" y="130"/>
                </a:cubicBezTo>
                <a:cubicBezTo>
                  <a:pt x="48" y="123"/>
                  <a:pt x="47" y="116"/>
                  <a:pt x="47" y="109"/>
                </a:cubicBezTo>
                <a:cubicBezTo>
                  <a:pt x="10" y="109"/>
                  <a:pt x="10" y="109"/>
                  <a:pt x="10" y="109"/>
                </a:cubicBezTo>
                <a:cubicBezTo>
                  <a:pt x="10" y="117"/>
                  <a:pt x="11" y="124"/>
                  <a:pt x="13" y="131"/>
                </a:cubicBezTo>
                <a:cubicBezTo>
                  <a:pt x="15" y="138"/>
                  <a:pt x="18" y="144"/>
                  <a:pt x="21" y="150"/>
                </a:cubicBezTo>
                <a:lnTo>
                  <a:pt x="53" y="150"/>
                </a:lnTo>
                <a:close/>
                <a:moveTo>
                  <a:pt x="56" y="50"/>
                </a:moveTo>
                <a:cubicBezTo>
                  <a:pt x="58" y="43"/>
                  <a:pt x="60" y="38"/>
                  <a:pt x="63" y="32"/>
                </a:cubicBezTo>
                <a:cubicBezTo>
                  <a:pt x="66" y="26"/>
                  <a:pt x="69" y="21"/>
                  <a:pt x="72" y="15"/>
                </a:cubicBezTo>
                <a:cubicBezTo>
                  <a:pt x="63" y="19"/>
                  <a:pt x="55" y="23"/>
                  <a:pt x="47" y="29"/>
                </a:cubicBezTo>
                <a:cubicBezTo>
                  <a:pt x="39" y="35"/>
                  <a:pt x="33" y="42"/>
                  <a:pt x="27" y="50"/>
                </a:cubicBezTo>
                <a:lnTo>
                  <a:pt x="56" y="50"/>
                </a:lnTo>
                <a:close/>
                <a:moveTo>
                  <a:pt x="63" y="177"/>
                </a:moveTo>
                <a:cubicBezTo>
                  <a:pt x="60" y="171"/>
                  <a:pt x="58" y="165"/>
                  <a:pt x="56" y="159"/>
                </a:cubicBezTo>
                <a:cubicBezTo>
                  <a:pt x="27" y="159"/>
                  <a:pt x="27" y="159"/>
                  <a:pt x="27" y="159"/>
                </a:cubicBezTo>
                <a:cubicBezTo>
                  <a:pt x="33" y="167"/>
                  <a:pt x="39" y="174"/>
                  <a:pt x="47" y="180"/>
                </a:cubicBezTo>
                <a:cubicBezTo>
                  <a:pt x="55" y="186"/>
                  <a:pt x="63" y="190"/>
                  <a:pt x="72" y="194"/>
                </a:cubicBezTo>
                <a:cubicBezTo>
                  <a:pt x="69" y="188"/>
                  <a:pt x="66" y="183"/>
                  <a:pt x="63" y="177"/>
                </a:cubicBezTo>
                <a:close/>
                <a:moveTo>
                  <a:pt x="62" y="59"/>
                </a:moveTo>
                <a:cubicBezTo>
                  <a:pt x="59" y="72"/>
                  <a:pt x="57" y="86"/>
                  <a:pt x="56" y="100"/>
                </a:cubicBezTo>
                <a:cubicBezTo>
                  <a:pt x="99" y="100"/>
                  <a:pt x="99" y="100"/>
                  <a:pt x="99" y="100"/>
                </a:cubicBezTo>
                <a:cubicBezTo>
                  <a:pt x="99" y="59"/>
                  <a:pt x="99" y="59"/>
                  <a:pt x="99" y="59"/>
                </a:cubicBezTo>
                <a:lnTo>
                  <a:pt x="62" y="59"/>
                </a:lnTo>
                <a:close/>
                <a:moveTo>
                  <a:pt x="62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99" y="109"/>
                  <a:pt x="99" y="109"/>
                  <a:pt x="99" y="109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7" y="123"/>
                  <a:pt x="59" y="137"/>
                  <a:pt x="62" y="150"/>
                </a:cubicBezTo>
                <a:close/>
                <a:moveTo>
                  <a:pt x="93" y="11"/>
                </a:moveTo>
                <a:cubicBezTo>
                  <a:pt x="91" y="11"/>
                  <a:pt x="89" y="11"/>
                  <a:pt x="86" y="12"/>
                </a:cubicBezTo>
                <a:cubicBezTo>
                  <a:pt x="82" y="17"/>
                  <a:pt x="78" y="23"/>
                  <a:pt x="75" y="30"/>
                </a:cubicBezTo>
                <a:cubicBezTo>
                  <a:pt x="71" y="36"/>
                  <a:pt x="68" y="43"/>
                  <a:pt x="66" y="50"/>
                </a:cubicBezTo>
                <a:cubicBezTo>
                  <a:pt x="99" y="50"/>
                  <a:pt x="99" y="50"/>
                  <a:pt x="99" y="50"/>
                </a:cubicBezTo>
                <a:cubicBezTo>
                  <a:pt x="99" y="10"/>
                  <a:pt x="99" y="10"/>
                  <a:pt x="99" y="10"/>
                </a:cubicBezTo>
                <a:cubicBezTo>
                  <a:pt x="97" y="10"/>
                  <a:pt x="95" y="10"/>
                  <a:pt x="93" y="11"/>
                </a:cubicBezTo>
                <a:close/>
                <a:moveTo>
                  <a:pt x="99" y="159"/>
                </a:moveTo>
                <a:cubicBezTo>
                  <a:pt x="66" y="159"/>
                  <a:pt x="66" y="159"/>
                  <a:pt x="66" y="159"/>
                </a:cubicBezTo>
                <a:cubicBezTo>
                  <a:pt x="68" y="166"/>
                  <a:pt x="71" y="173"/>
                  <a:pt x="75" y="179"/>
                </a:cubicBezTo>
                <a:cubicBezTo>
                  <a:pt x="78" y="186"/>
                  <a:pt x="82" y="192"/>
                  <a:pt x="86" y="197"/>
                </a:cubicBezTo>
                <a:cubicBezTo>
                  <a:pt x="89" y="198"/>
                  <a:pt x="91" y="198"/>
                  <a:pt x="93" y="198"/>
                </a:cubicBezTo>
                <a:cubicBezTo>
                  <a:pt x="95" y="199"/>
                  <a:pt x="97" y="199"/>
                  <a:pt x="99" y="199"/>
                </a:cubicBezTo>
                <a:lnTo>
                  <a:pt x="99" y="159"/>
                </a:lnTo>
                <a:close/>
                <a:moveTo>
                  <a:pt x="109" y="50"/>
                </a:moveTo>
                <a:cubicBezTo>
                  <a:pt x="140" y="50"/>
                  <a:pt x="140" y="50"/>
                  <a:pt x="140" y="50"/>
                </a:cubicBezTo>
                <a:cubicBezTo>
                  <a:pt x="138" y="42"/>
                  <a:pt x="135" y="36"/>
                  <a:pt x="131" y="29"/>
                </a:cubicBezTo>
                <a:cubicBezTo>
                  <a:pt x="127" y="23"/>
                  <a:pt x="123" y="17"/>
                  <a:pt x="119" y="11"/>
                </a:cubicBezTo>
                <a:cubicBezTo>
                  <a:pt x="116" y="11"/>
                  <a:pt x="112" y="10"/>
                  <a:pt x="109" y="10"/>
                </a:cubicBezTo>
                <a:lnTo>
                  <a:pt x="109" y="50"/>
                </a:lnTo>
                <a:close/>
                <a:moveTo>
                  <a:pt x="150" y="100"/>
                </a:moveTo>
                <a:cubicBezTo>
                  <a:pt x="149" y="86"/>
                  <a:pt x="147" y="72"/>
                  <a:pt x="143" y="59"/>
                </a:cubicBezTo>
                <a:cubicBezTo>
                  <a:pt x="109" y="59"/>
                  <a:pt x="109" y="59"/>
                  <a:pt x="109" y="59"/>
                </a:cubicBezTo>
                <a:cubicBezTo>
                  <a:pt x="109" y="100"/>
                  <a:pt x="109" y="100"/>
                  <a:pt x="109" y="100"/>
                </a:cubicBezTo>
                <a:lnTo>
                  <a:pt x="150" y="100"/>
                </a:lnTo>
                <a:close/>
                <a:moveTo>
                  <a:pt x="109" y="109"/>
                </a:moveTo>
                <a:cubicBezTo>
                  <a:pt x="109" y="150"/>
                  <a:pt x="109" y="150"/>
                  <a:pt x="109" y="150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47" y="137"/>
                  <a:pt x="149" y="123"/>
                  <a:pt x="150" y="109"/>
                </a:cubicBezTo>
                <a:lnTo>
                  <a:pt x="109" y="109"/>
                </a:lnTo>
                <a:close/>
                <a:moveTo>
                  <a:pt x="131" y="180"/>
                </a:moveTo>
                <a:cubicBezTo>
                  <a:pt x="135" y="173"/>
                  <a:pt x="138" y="167"/>
                  <a:pt x="140" y="159"/>
                </a:cubicBezTo>
                <a:cubicBezTo>
                  <a:pt x="109" y="159"/>
                  <a:pt x="109" y="159"/>
                  <a:pt x="109" y="159"/>
                </a:cubicBezTo>
                <a:cubicBezTo>
                  <a:pt x="109" y="199"/>
                  <a:pt x="109" y="199"/>
                  <a:pt x="109" y="199"/>
                </a:cubicBezTo>
                <a:cubicBezTo>
                  <a:pt x="112" y="199"/>
                  <a:pt x="116" y="198"/>
                  <a:pt x="119" y="198"/>
                </a:cubicBezTo>
                <a:cubicBezTo>
                  <a:pt x="123" y="192"/>
                  <a:pt x="128" y="186"/>
                  <a:pt x="131" y="180"/>
                </a:cubicBezTo>
                <a:close/>
                <a:moveTo>
                  <a:pt x="143" y="31"/>
                </a:moveTo>
                <a:cubicBezTo>
                  <a:pt x="145" y="37"/>
                  <a:pt x="148" y="43"/>
                  <a:pt x="150" y="50"/>
                </a:cubicBezTo>
                <a:cubicBezTo>
                  <a:pt x="181" y="50"/>
                  <a:pt x="181" y="50"/>
                  <a:pt x="181" y="50"/>
                </a:cubicBezTo>
                <a:cubicBezTo>
                  <a:pt x="175" y="41"/>
                  <a:pt x="168" y="34"/>
                  <a:pt x="160" y="28"/>
                </a:cubicBezTo>
                <a:cubicBezTo>
                  <a:pt x="152" y="22"/>
                  <a:pt x="143" y="18"/>
                  <a:pt x="133" y="14"/>
                </a:cubicBezTo>
                <a:cubicBezTo>
                  <a:pt x="136" y="20"/>
                  <a:pt x="140" y="25"/>
                  <a:pt x="143" y="31"/>
                </a:cubicBezTo>
                <a:close/>
                <a:moveTo>
                  <a:pt x="150" y="159"/>
                </a:moveTo>
                <a:cubicBezTo>
                  <a:pt x="146" y="172"/>
                  <a:pt x="140" y="184"/>
                  <a:pt x="133" y="195"/>
                </a:cubicBezTo>
                <a:cubicBezTo>
                  <a:pt x="143" y="191"/>
                  <a:pt x="152" y="187"/>
                  <a:pt x="160" y="181"/>
                </a:cubicBezTo>
                <a:cubicBezTo>
                  <a:pt x="168" y="175"/>
                  <a:pt x="175" y="168"/>
                  <a:pt x="181" y="159"/>
                </a:cubicBezTo>
                <a:lnTo>
                  <a:pt x="150" y="159"/>
                </a:lnTo>
                <a:close/>
                <a:moveTo>
                  <a:pt x="153" y="59"/>
                </a:moveTo>
                <a:cubicBezTo>
                  <a:pt x="157" y="72"/>
                  <a:pt x="159" y="86"/>
                  <a:pt x="159" y="100"/>
                </a:cubicBezTo>
                <a:cubicBezTo>
                  <a:pt x="198" y="100"/>
                  <a:pt x="198" y="100"/>
                  <a:pt x="198" y="100"/>
                </a:cubicBezTo>
                <a:cubicBezTo>
                  <a:pt x="198" y="92"/>
                  <a:pt x="197" y="85"/>
                  <a:pt x="195" y="78"/>
                </a:cubicBezTo>
                <a:cubicBezTo>
                  <a:pt x="193" y="71"/>
                  <a:pt x="190" y="65"/>
                  <a:pt x="187" y="59"/>
                </a:cubicBezTo>
                <a:lnTo>
                  <a:pt x="153" y="59"/>
                </a:lnTo>
                <a:close/>
                <a:moveTo>
                  <a:pt x="159" y="109"/>
                </a:moveTo>
                <a:cubicBezTo>
                  <a:pt x="159" y="123"/>
                  <a:pt x="157" y="137"/>
                  <a:pt x="153" y="150"/>
                </a:cubicBezTo>
                <a:cubicBezTo>
                  <a:pt x="187" y="150"/>
                  <a:pt x="187" y="150"/>
                  <a:pt x="187" y="150"/>
                </a:cubicBezTo>
                <a:cubicBezTo>
                  <a:pt x="190" y="144"/>
                  <a:pt x="193" y="138"/>
                  <a:pt x="195" y="131"/>
                </a:cubicBezTo>
                <a:cubicBezTo>
                  <a:pt x="197" y="124"/>
                  <a:pt x="198" y="117"/>
                  <a:pt x="198" y="109"/>
                </a:cubicBezTo>
                <a:lnTo>
                  <a:pt x="159" y="1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en-GB" sz="3066" dirty="0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994" y="5869614"/>
            <a:ext cx="1106079" cy="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958" y="5667826"/>
            <a:ext cx="854626" cy="754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565" y="5609521"/>
            <a:ext cx="570823" cy="78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813" y="152400"/>
            <a:ext cx="990600" cy="41837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3412" y="381000"/>
            <a:ext cx="3548180" cy="19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41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284412" y="506757"/>
            <a:ext cx="7315200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 dirty="0" err="1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Quelques</a:t>
            </a:r>
            <a:r>
              <a:rPr lang="en-US" sz="4000" dirty="0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 </a:t>
            </a:r>
            <a:r>
              <a:rPr lang="en-US" sz="4000" dirty="0" err="1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Références</a:t>
            </a:r>
            <a:endParaRPr lang="en-US" sz="4000" b="1" dirty="0" smtClean="0">
              <a:solidFill>
                <a:schemeClr val="bg2">
                  <a:lumMod val="25000"/>
                </a:schemeClr>
              </a:solidFill>
              <a:latin typeface="Helvetica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2" name="AutoShape 2" descr="Socomenin-Btp | Sfa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AutoShape 4" descr="Socomenin-Btp | Sfax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1447800"/>
            <a:ext cx="1150725" cy="10763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1295400"/>
            <a:ext cx="1685925" cy="16859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012" y="1600200"/>
            <a:ext cx="1752378" cy="10287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2" y="1447800"/>
            <a:ext cx="1947087" cy="1143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012" y="1600200"/>
            <a:ext cx="1733550" cy="97078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3012" y="1447800"/>
            <a:ext cx="1914636" cy="11239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12" y="2819400"/>
            <a:ext cx="1147763" cy="114776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12" y="2819401"/>
            <a:ext cx="1304925" cy="1143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3212" y="2743200"/>
            <a:ext cx="2147888" cy="12192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5813" y="2819400"/>
            <a:ext cx="1676400" cy="1081548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4613" y="2743200"/>
            <a:ext cx="1371599" cy="1329489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8612" y="2743200"/>
            <a:ext cx="2276475" cy="1138238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12" y="4038600"/>
            <a:ext cx="1409700" cy="14097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79612" y="4191000"/>
            <a:ext cx="1371600" cy="13716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32212" y="4419600"/>
            <a:ext cx="1752600" cy="1019369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8612" y="4343400"/>
            <a:ext cx="2209800" cy="9525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0146" y="4191001"/>
            <a:ext cx="1489465" cy="12192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04412" y="4267200"/>
            <a:ext cx="1866441" cy="1019175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2012" y="5410200"/>
            <a:ext cx="1143000" cy="1214909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70812" y="5486400"/>
            <a:ext cx="1981200" cy="966787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60812" y="5410199"/>
            <a:ext cx="1537376" cy="1078457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1813" y="5562600"/>
            <a:ext cx="1371600" cy="7239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32012" y="5638800"/>
            <a:ext cx="1594884" cy="6858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80612" y="5486400"/>
            <a:ext cx="1828800" cy="8382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3212" y="304800"/>
            <a:ext cx="987638" cy="42066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37612" y="304800"/>
            <a:ext cx="2491547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533400"/>
            <a:ext cx="11559018" cy="612701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" y="152400"/>
            <a:ext cx="1524132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7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87730426"/>
              </p:ext>
            </p:extLst>
          </p:nvPr>
        </p:nvGraphicFramePr>
        <p:xfrm>
          <a:off x="1674812" y="762000"/>
          <a:ext cx="8728417" cy="4419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2" y="4419600"/>
            <a:ext cx="2286000" cy="134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2" y="4419600"/>
            <a:ext cx="2268293" cy="134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4419600"/>
            <a:ext cx="2269881" cy="1351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751012" y="4648200"/>
            <a:ext cx="22098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Présentation en salle avec supports graphiques, vidéos et animations </a:t>
            </a:r>
            <a:r>
              <a:rPr lang="fr-FR" sz="1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interactives</a:t>
            </a:r>
            <a:r>
              <a:rPr lang="tr-TR" sz="1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Projet </a:t>
            </a:r>
            <a:r>
              <a:rPr lang="tr-TR" sz="13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&amp; </a:t>
            </a:r>
            <a:r>
              <a:rPr lang="fr-FR" sz="1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q</a:t>
            </a:r>
            <a:r>
              <a:rPr lang="tr-TR" sz="1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uotation</a:t>
            </a:r>
            <a:endParaRPr lang="tr-TR" sz="1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5103812" y="4495800"/>
            <a:ext cx="1752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Mises en situation pratiques sur chantiers choisis conjointement par les animateurs et les participants</a:t>
            </a:r>
            <a:endParaRPr lang="tr-TR" sz="1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8456612" y="4724400"/>
            <a:ext cx="167639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Évaluation des compétences à la fin de la formation</a:t>
            </a:r>
            <a:endParaRPr lang="tr-TR" sz="1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412" y="304800"/>
            <a:ext cx="987638" cy="4206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75012" y="762000"/>
            <a:ext cx="5843266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Déroulement du processus de formation</a:t>
            </a:r>
          </a:p>
        </p:txBody>
      </p:sp>
      <p:grpSp>
        <p:nvGrpSpPr>
          <p:cNvPr id="18" name="Groupe 17"/>
          <p:cNvGrpSpPr/>
          <p:nvPr/>
        </p:nvGrpSpPr>
        <p:grpSpPr>
          <a:xfrm>
            <a:off x="7466012" y="4724400"/>
            <a:ext cx="486097" cy="568642"/>
            <a:chOff x="5739957" y="1925652"/>
            <a:chExt cx="486097" cy="568642"/>
          </a:xfrm>
        </p:grpSpPr>
        <p:sp>
          <p:nvSpPr>
            <p:cNvPr id="19" name="Flèche droite 18"/>
            <p:cNvSpPr/>
            <p:nvPr/>
          </p:nvSpPr>
          <p:spPr>
            <a:xfrm>
              <a:off x="5739957" y="1925652"/>
              <a:ext cx="486097" cy="56864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EA4B5">
                <a:alpha val="69020"/>
              </a:srgb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lèche droite 4"/>
            <p:cNvSpPr txBox="1"/>
            <p:nvPr/>
          </p:nvSpPr>
          <p:spPr>
            <a:xfrm>
              <a:off x="5739957" y="2039380"/>
              <a:ext cx="340268" cy="3411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tr-TR" sz="3700" kern="1200">
                <a:latin typeface="Novecento sans wide Book" pitchFamily="50" charset="-94"/>
              </a:endParaRP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4189412" y="4724400"/>
            <a:ext cx="486097" cy="568642"/>
            <a:chOff x="5739957" y="1925652"/>
            <a:chExt cx="486097" cy="568642"/>
          </a:xfrm>
        </p:grpSpPr>
        <p:sp>
          <p:nvSpPr>
            <p:cNvPr id="23" name="Flèche droite 22"/>
            <p:cNvSpPr/>
            <p:nvPr/>
          </p:nvSpPr>
          <p:spPr>
            <a:xfrm>
              <a:off x="5739957" y="1925652"/>
              <a:ext cx="486097" cy="56864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EA4B5">
                <a:alpha val="69020"/>
              </a:srgb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Flèche droite 4"/>
            <p:cNvSpPr txBox="1"/>
            <p:nvPr/>
          </p:nvSpPr>
          <p:spPr>
            <a:xfrm>
              <a:off x="5739957" y="2039380"/>
              <a:ext cx="340268" cy="3411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tr-TR" sz="3700" kern="1200">
                <a:latin typeface="Novecento sans wide Book" pitchFamily="50" charset="-94"/>
              </a:endParaRPr>
            </a:p>
          </p:txBody>
        </p:sp>
      </p:grpSp>
      <p:pic>
        <p:nvPicPr>
          <p:cNvPr id="6" name="Imag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99612" y="381000"/>
            <a:ext cx="2487384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13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2412" y="457200"/>
            <a:ext cx="9141619" cy="711200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Les domaines de formation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17612" y="1219200"/>
            <a:ext cx="3733799" cy="1143000"/>
          </a:xfrm>
          <a:solidFill>
            <a:srgbClr val="00B050"/>
          </a:solidFill>
        </p:spPr>
        <p:txBody>
          <a:bodyPr>
            <a:normAutofit fontScale="85000" lnSpcReduction="20000"/>
          </a:bodyPr>
          <a:lstStyle/>
          <a:p>
            <a:pPr algn="l"/>
            <a:r>
              <a:rPr lang="fr-FR" b="1" dirty="0"/>
              <a:t>Les travaux en hauteur : </a:t>
            </a:r>
            <a:r>
              <a:rPr lang="fr-FR" dirty="0"/>
              <a:t>incluant l'ensemble des activités industrielles et de services</a:t>
            </a: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6399212" y="1219200"/>
            <a:ext cx="4876799" cy="1295400"/>
          </a:xfrm>
          <a:prstGeom prst="rect">
            <a:avLst/>
          </a:prstGeom>
          <a:solidFill>
            <a:srgbClr val="FFFF00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b="1" dirty="0"/>
              <a:t>Risques associés à l'interaction homme-machine</a:t>
            </a:r>
            <a:r>
              <a:rPr lang="fr-FR" sz="2000" dirty="0"/>
              <a:t> : bruit, risques mécaniques, gestes, postures et manutention</a:t>
            </a:r>
          </a:p>
        </p:txBody>
      </p:sp>
      <p:sp>
        <p:nvSpPr>
          <p:cNvPr id="5" name="Sous-titre 2"/>
          <p:cNvSpPr txBox="1">
            <a:spLocks/>
          </p:cNvSpPr>
          <p:nvPr/>
        </p:nvSpPr>
        <p:spPr>
          <a:xfrm>
            <a:off x="1217612" y="2514600"/>
            <a:ext cx="3733799" cy="1371600"/>
          </a:xfrm>
          <a:prstGeom prst="rect">
            <a:avLst/>
          </a:prstGeom>
          <a:solidFill>
            <a:srgbClr val="C00000">
              <a:alpha val="42000"/>
            </a:srgbClr>
          </a:solidFill>
          <a:ln w="12700" cmpd="dbl">
            <a:solidFill>
              <a:schemeClr val="accent1">
                <a:alpha val="32000"/>
              </a:schemeClr>
            </a:solidFill>
          </a:ln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b="1" dirty="0"/>
              <a:t>Les accès difficiles </a:t>
            </a:r>
            <a:r>
              <a:rPr lang="fr-FR" sz="2000" dirty="0"/>
              <a:t>: englobant les espaces confinés et les sites à risques importants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1217612" y="4038600"/>
            <a:ext cx="3733799" cy="1066800"/>
          </a:xfrm>
          <a:prstGeom prst="rect">
            <a:avLst/>
          </a:prstGeom>
          <a:solidFill>
            <a:srgbClr val="00B0F0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Habilitations techniques réglementaires : électricités, CACES, </a:t>
            </a:r>
            <a:r>
              <a:rPr lang="fr-FR" sz="2000" dirty="0" err="1"/>
              <a:t>etc</a:t>
            </a:r>
            <a:endParaRPr lang="fr-FR" sz="2000" dirty="0"/>
          </a:p>
        </p:txBody>
      </p:sp>
      <p:sp>
        <p:nvSpPr>
          <p:cNvPr id="7" name="Sous-titre 2"/>
          <p:cNvSpPr txBox="1">
            <a:spLocks/>
          </p:cNvSpPr>
          <p:nvPr/>
        </p:nvSpPr>
        <p:spPr>
          <a:xfrm>
            <a:off x="1141412" y="5257800"/>
            <a:ext cx="3733799" cy="1066800"/>
          </a:xfrm>
          <a:prstGeom prst="rect">
            <a:avLst/>
          </a:prstGeom>
          <a:solidFill>
            <a:srgbClr val="D6AE7E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Prévention, gestion et organisation dans le milieu professionnel</a:t>
            </a:r>
          </a:p>
        </p:txBody>
      </p:sp>
      <p:sp>
        <p:nvSpPr>
          <p:cNvPr id="8" name="Sous-titre 2"/>
          <p:cNvSpPr txBox="1">
            <a:spLocks/>
          </p:cNvSpPr>
          <p:nvPr/>
        </p:nvSpPr>
        <p:spPr>
          <a:xfrm>
            <a:off x="6399212" y="5410200"/>
            <a:ext cx="4876800" cy="914400"/>
          </a:xfrm>
          <a:prstGeom prst="rect">
            <a:avLst/>
          </a:prstGeom>
          <a:solidFill>
            <a:srgbClr val="FD4237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Gestion et suivi des dossiers de ristourne TFP et Bonus-Malus à la CNAM</a:t>
            </a:r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399212" y="3962400"/>
            <a:ext cx="4876800" cy="1143000"/>
          </a:xfrm>
          <a:prstGeom prst="rect">
            <a:avLst/>
          </a:prstGeom>
          <a:solidFill>
            <a:srgbClr val="66FF33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/>
              <a:t>Campagnes de sensibilisation SST et organisation d'événements de sécurité</a:t>
            </a:r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6399212" y="2819400"/>
            <a:ext cx="4876800" cy="838200"/>
          </a:xfrm>
          <a:prstGeom prst="rect">
            <a:avLst/>
          </a:prstGeom>
          <a:solidFill>
            <a:srgbClr val="92D050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/>
              <a:t>Risques liés aux substances chimiques et prévention des contaminations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441" y="152400"/>
            <a:ext cx="2487384" cy="121930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" y="152400"/>
            <a:ext cx="1437736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5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38"/>
          <p:cNvSpPr/>
          <p:nvPr/>
        </p:nvSpPr>
        <p:spPr>
          <a:xfrm>
            <a:off x="5418000" y="1390039"/>
            <a:ext cx="1336965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228600"/>
            <a:ext cx="987638" cy="42066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441" y="381000"/>
            <a:ext cx="2487384" cy="121930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012" y="381000"/>
            <a:ext cx="5181600" cy="1524000"/>
          </a:xfrm>
          <a:prstGeom prst="rect">
            <a:avLst/>
          </a:prstGeom>
        </p:spPr>
      </p:pic>
      <p:pic>
        <p:nvPicPr>
          <p:cNvPr id="48" name="Image 4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412" y="2286000"/>
            <a:ext cx="5181600" cy="4114800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412" y="2286000"/>
            <a:ext cx="2590800" cy="1874435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1612" y="4343400"/>
            <a:ext cx="2590800" cy="205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592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412" y="304800"/>
            <a:ext cx="6553200" cy="1752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2" y="2209800"/>
            <a:ext cx="5992563" cy="4191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612" y="2209800"/>
            <a:ext cx="2066723" cy="411515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612" y="2209800"/>
            <a:ext cx="1943100" cy="42672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612" y="685800"/>
            <a:ext cx="1969728" cy="9655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212" y="152400"/>
            <a:ext cx="987638" cy="4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736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12" y="304800"/>
            <a:ext cx="3731075" cy="115224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612" y="2438400"/>
            <a:ext cx="5851071" cy="32766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412" y="304800"/>
            <a:ext cx="2487384" cy="121930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12" y="304800"/>
            <a:ext cx="987638" cy="4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661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 txBox="1">
            <a:spLocks/>
          </p:cNvSpPr>
          <p:nvPr/>
        </p:nvSpPr>
        <p:spPr>
          <a:xfrm>
            <a:off x="3656012" y="533400"/>
            <a:ext cx="3733799" cy="1066800"/>
          </a:xfrm>
          <a:prstGeom prst="rect">
            <a:avLst/>
          </a:prstGeom>
          <a:solidFill>
            <a:srgbClr val="D6AE7E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Prévention, gestion et organisation dans le milieu professionnel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12" y="304800"/>
            <a:ext cx="2487384" cy="1219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" y="304800"/>
            <a:ext cx="987638" cy="4206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12" y="1828800"/>
            <a:ext cx="5040038" cy="44624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2" y="1828800"/>
            <a:ext cx="52006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7255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 txBox="1">
            <a:spLocks/>
          </p:cNvSpPr>
          <p:nvPr/>
        </p:nvSpPr>
        <p:spPr>
          <a:xfrm>
            <a:off x="3275012" y="685800"/>
            <a:ext cx="4876799" cy="1295400"/>
          </a:xfrm>
          <a:prstGeom prst="rect">
            <a:avLst/>
          </a:prstGeom>
          <a:solidFill>
            <a:srgbClr val="FFFF00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b="1" dirty="0"/>
              <a:t>Risques associés à l'interaction homme-machine</a:t>
            </a:r>
            <a:r>
              <a:rPr lang="fr-FR" sz="2000" dirty="0"/>
              <a:t> : bruit, risques mécaniques, gestes, postures et manutention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12" y="228600"/>
            <a:ext cx="2487384" cy="1219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" y="228600"/>
            <a:ext cx="987638" cy="4206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2" y="2743200"/>
            <a:ext cx="3200400" cy="25908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812" y="2743200"/>
            <a:ext cx="3352800" cy="25146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012" y="2667000"/>
            <a:ext cx="3866635" cy="264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574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12" y="457200"/>
            <a:ext cx="4919898" cy="85351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12" y="304800"/>
            <a:ext cx="2487384" cy="1219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" y="304800"/>
            <a:ext cx="987638" cy="4206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12" y="1981200"/>
            <a:ext cx="4715022" cy="354992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2012" y="1981200"/>
            <a:ext cx="5080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2110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 txBox="1">
            <a:spLocks/>
          </p:cNvSpPr>
          <p:nvPr/>
        </p:nvSpPr>
        <p:spPr>
          <a:xfrm>
            <a:off x="3351212" y="304800"/>
            <a:ext cx="4876800" cy="1143000"/>
          </a:xfrm>
          <a:prstGeom prst="rect">
            <a:avLst/>
          </a:prstGeom>
          <a:solidFill>
            <a:srgbClr val="66FF33"/>
          </a:solidFill>
        </p:spPr>
        <p:txBody>
          <a:bodyPr vert="horz" lIns="117208" tIns="58604" rIns="117208" bIns="58604" rtlCol="0">
            <a:noAutofit/>
          </a:bodyPr>
          <a:lstStyle>
            <a:lvl1pPr marL="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1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8" indent="0" algn="ctr" defTabSz="117207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/>
              <a:t>Campagnes de sensibilisation SST et organisation d'événements de sécurité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441" y="304800"/>
            <a:ext cx="2487384" cy="121930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2" y="228600"/>
            <a:ext cx="987638" cy="42066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2" y="1752600"/>
            <a:ext cx="3657600" cy="474499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212" y="2133600"/>
            <a:ext cx="64865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613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12" y="381000"/>
            <a:ext cx="5023539" cy="93276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12" y="381000"/>
            <a:ext cx="2487384" cy="1219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2" y="152400"/>
            <a:ext cx="987638" cy="4206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13" y="2209800"/>
            <a:ext cx="5410200" cy="36099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212" y="2743200"/>
            <a:ext cx="4781717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758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91220792"/>
              </p:ext>
            </p:extLst>
          </p:nvPr>
        </p:nvGraphicFramePr>
        <p:xfrm>
          <a:off x="1979612" y="685800"/>
          <a:ext cx="8001001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1612" y="5181600"/>
            <a:ext cx="3954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Une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fois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Formation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terminée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, le responsible RH avec le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responsable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HSE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réalise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une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évaluation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interne pour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approuver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les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nouvelles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  <a:latin typeface="Proxima Nova A Light" panose="020B0303030502060204" pitchFamily="34" charset="0"/>
              </a:rPr>
              <a:t>compétences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Proxima Nova A Light" panose="020B030303050206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1812" y="5105400"/>
            <a:ext cx="18869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Proxima Nova A Light" panose="020B0303030502060204" pitchFamily="34" charset="0"/>
              </a:defRPr>
            </a:lvl1pPr>
          </a:lstStyle>
          <a:p>
            <a:pPr algn="ctr"/>
            <a:r>
              <a:rPr lang="it-IT" sz="1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Données techniques </a:t>
            </a:r>
          </a:p>
          <a:p>
            <a:pPr algn="ctr"/>
            <a:endParaRPr lang="it-IT" sz="1400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algn="ctr"/>
            <a:r>
              <a:rPr lang="it-IT" sz="1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Rapport avec photos </a:t>
            </a:r>
          </a:p>
          <a:p>
            <a:pPr algn="ctr"/>
            <a:endParaRPr lang="it-IT" sz="1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algn="ctr"/>
            <a:r>
              <a:rPr lang="it-IT" sz="1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Correspondance écrite</a:t>
            </a:r>
            <a:endParaRPr lang="it-IT" sz="1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95400"/>
            <a:ext cx="12188825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4000" dirty="0" smtClean="0">
                <a:solidFill>
                  <a:schemeClr val="bg2">
                    <a:lumMod val="25000"/>
                  </a:schemeClr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Evaluation à la fin de la formation</a:t>
            </a:r>
            <a:endParaRPr lang="en-US" sz="4000" dirty="0">
              <a:solidFill>
                <a:schemeClr val="bg2">
                  <a:lumMod val="25000"/>
                </a:schemeClr>
              </a:solidFill>
              <a:latin typeface="Helvetica" pitchFamily="34" charset="0"/>
              <a:ea typeface="Open Sans Extrabold" pitchFamily="34" charset="0"/>
              <a:cs typeface="Open Sans Extrabold" pitchFamily="34" charset="0"/>
            </a:endParaRPr>
          </a:p>
        </p:txBody>
      </p:sp>
      <p:sp>
        <p:nvSpPr>
          <p:cNvPr id="10" name="Rectangle 38"/>
          <p:cNvSpPr/>
          <p:nvPr/>
        </p:nvSpPr>
        <p:spPr>
          <a:xfrm>
            <a:off x="5418000" y="1389600"/>
            <a:ext cx="1336965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2" name="Group 9"/>
          <p:cNvGrpSpPr/>
          <p:nvPr/>
        </p:nvGrpSpPr>
        <p:grpSpPr>
          <a:xfrm>
            <a:off x="1979612" y="4876800"/>
            <a:ext cx="5129080" cy="1711548"/>
            <a:chOff x="3749742" y="2295945"/>
            <a:chExt cx="5148172" cy="1603933"/>
          </a:xfrm>
          <a:solidFill>
            <a:srgbClr val="8EA4B5"/>
          </a:solidFill>
        </p:grpSpPr>
        <p:grpSp>
          <p:nvGrpSpPr>
            <p:cNvPr id="13" name="Group 11"/>
            <p:cNvGrpSpPr/>
            <p:nvPr/>
          </p:nvGrpSpPr>
          <p:grpSpPr>
            <a:xfrm>
              <a:off x="374974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20" name="Rectangle 18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19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0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 rot="10800000">
              <a:off x="816639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16" name="Rectangle 14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5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6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 w="28575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2" name="Group 9"/>
          <p:cNvGrpSpPr/>
          <p:nvPr/>
        </p:nvGrpSpPr>
        <p:grpSpPr>
          <a:xfrm>
            <a:off x="7999412" y="4876800"/>
            <a:ext cx="2239110" cy="1711548"/>
            <a:chOff x="3749742" y="2295945"/>
            <a:chExt cx="5148172" cy="1603933"/>
          </a:xfrm>
          <a:solidFill>
            <a:srgbClr val="8EA4B5"/>
          </a:solidFill>
        </p:grpSpPr>
        <p:grpSp>
          <p:nvGrpSpPr>
            <p:cNvPr id="33" name="Group 11"/>
            <p:cNvGrpSpPr/>
            <p:nvPr/>
          </p:nvGrpSpPr>
          <p:grpSpPr>
            <a:xfrm>
              <a:off x="374974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38" name="Rectangle 18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19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20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13"/>
            <p:cNvGrpSpPr/>
            <p:nvPr/>
          </p:nvGrpSpPr>
          <p:grpSpPr>
            <a:xfrm rot="10800000">
              <a:off x="8166392" y="2295945"/>
              <a:ext cx="731522" cy="1603933"/>
              <a:chOff x="3749742" y="2389443"/>
              <a:chExt cx="731522" cy="1603933"/>
            </a:xfrm>
            <a:grpFill/>
          </p:grpSpPr>
          <p:sp>
            <p:nvSpPr>
              <p:cNvPr id="35" name="Rectangle 14"/>
              <p:cNvSpPr/>
              <p:nvPr/>
            </p:nvSpPr>
            <p:spPr>
              <a:xfrm>
                <a:off x="3749742" y="2389443"/>
                <a:ext cx="45721" cy="1603933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15"/>
              <p:cNvSpPr/>
              <p:nvPr/>
            </p:nvSpPr>
            <p:spPr>
              <a:xfrm rot="5400000">
                <a:off x="4092644" y="2046543"/>
                <a:ext cx="45719" cy="731520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16"/>
              <p:cNvSpPr/>
              <p:nvPr/>
            </p:nvSpPr>
            <p:spPr>
              <a:xfrm rot="5400000">
                <a:off x="4092644" y="3604756"/>
                <a:ext cx="45719" cy="731520"/>
              </a:xfrm>
              <a:prstGeom prst="rect">
                <a:avLst/>
              </a:prstGeom>
              <a:grpFill/>
              <a:ln w="38100">
                <a:solidFill>
                  <a:srgbClr val="8EA4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11" y="533400"/>
            <a:ext cx="1295401" cy="5517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12" y="304800"/>
            <a:ext cx="2487384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1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824" cy="6856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99"/>
          </a:p>
        </p:txBody>
      </p:sp>
      <p:sp>
        <p:nvSpPr>
          <p:cNvPr id="15" name="Rectangle 14"/>
          <p:cNvSpPr/>
          <p:nvPr/>
        </p:nvSpPr>
        <p:spPr>
          <a:xfrm>
            <a:off x="1" y="507600"/>
            <a:ext cx="1218882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Helvetica" pitchFamily="34" charset="0"/>
                <a:ea typeface="Open Sans Extrabold" pitchFamily="34" charset="0"/>
                <a:cs typeface="Open Sans Extrabold" pitchFamily="34" charset="0"/>
              </a:rPr>
              <a:t>Certification</a:t>
            </a:r>
            <a:endParaRPr lang="en-US" sz="3600" b="1" dirty="0">
              <a:solidFill>
                <a:srgbClr val="C00000"/>
              </a:solidFill>
              <a:latin typeface="Helvetica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10" name="Rectangle 38"/>
          <p:cNvSpPr/>
          <p:nvPr/>
        </p:nvSpPr>
        <p:spPr>
          <a:xfrm>
            <a:off x="5418000" y="1389600"/>
            <a:ext cx="1336965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457200"/>
            <a:ext cx="1610142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46212" y="1981200"/>
            <a:ext cx="9525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B050"/>
                </a:solidFill>
              </a:rPr>
              <a:t>Tous les participants à l’action de formation ayant réussi les tests d’évaluation et validé les exercices pratiques recevront une attestation avec tampon sec ainsi qu’un badge, à présenter en cas de besoin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12" y="228600"/>
            <a:ext cx="2487384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84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ont-OpenSans">
      <a:majorFont>
        <a:latin typeface="Montserrat Semi Bold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7783</TotalTime>
  <Words>362</Words>
  <Application>Microsoft Office PowerPoint</Application>
  <PresentationFormat>Personnalisé</PresentationFormat>
  <Paragraphs>49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37" baseType="lpstr">
      <vt:lpstr>Arial</vt:lpstr>
      <vt:lpstr>Calibri</vt:lpstr>
      <vt:lpstr>Calibri Light</vt:lpstr>
      <vt:lpstr>FontAwesome</vt:lpstr>
      <vt:lpstr>Gill Sans</vt:lpstr>
      <vt:lpstr>Helvetica</vt:lpstr>
      <vt:lpstr>Helvetica Light</vt:lpstr>
      <vt:lpstr>Montserrat Semi Bold</vt:lpstr>
      <vt:lpstr>Novecento sans wide Book</vt:lpstr>
      <vt:lpstr>Open Sans</vt:lpstr>
      <vt:lpstr>Open Sans Extrabold</vt:lpstr>
      <vt:lpstr>Open Sans Light</vt:lpstr>
      <vt:lpstr>Proxima Nova A Light</vt:lpstr>
      <vt:lpstr>Roboto</vt:lpstr>
      <vt:lpstr>Segoe UI Light</vt:lpstr>
      <vt:lpstr>Sinkin Sans 400 Regular</vt:lpstr>
      <vt:lpstr>Source Sans Pro</vt:lpstr>
      <vt:lpstr>Source Sans Pro Light</vt:lpstr>
      <vt:lpstr>Source Sans Pro Regular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domaines de formation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Serma</dc:creator>
  <cp:lastModifiedBy>User</cp:lastModifiedBy>
  <cp:revision>2790</cp:revision>
  <cp:lastPrinted>2018-02-27T16:42:34Z</cp:lastPrinted>
  <dcterms:created xsi:type="dcterms:W3CDTF">2015-09-19T05:52:39Z</dcterms:created>
  <dcterms:modified xsi:type="dcterms:W3CDTF">2024-10-14T07:44:41Z</dcterms:modified>
</cp:coreProperties>
</file>